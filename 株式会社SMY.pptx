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6"/>
  </p:notesMasterIdLst>
  <p:sldIdLst>
    <p:sldId id="258" r:id="rId3"/>
    <p:sldId id="259" r:id="rId4"/>
    <p:sldId id="262" r:id="rId5"/>
    <p:sldId id="261" r:id="rId6"/>
    <p:sldId id="263" r:id="rId7"/>
    <p:sldId id="264" r:id="rId8"/>
    <p:sldId id="265" r:id="rId9"/>
    <p:sldId id="266" r:id="rId10"/>
    <p:sldId id="268" r:id="rId11"/>
    <p:sldId id="269" r:id="rId12"/>
    <p:sldId id="272" r:id="rId13"/>
    <p:sldId id="273" r:id="rId14"/>
    <p:sldId id="280" r:id="rId1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8C5693-163D-48D2-90A5-2973698C416A}" v="27" dt="2026-01-19T14:09:45.1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89" autoAdjust="0"/>
    <p:restoredTop sz="94660"/>
  </p:normalViewPr>
  <p:slideViewPr>
    <p:cSldViewPr snapToGrid="0">
      <p:cViewPr varScale="1">
        <p:scale>
          <a:sx n="39" d="100"/>
          <a:sy n="39" d="100"/>
        </p:scale>
        <p:origin x="228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2442023" userId="1f6ef2e0-2d45-49ce-8185-6ca55612deaa" providerId="ADAL" clId="{D25160F8-20C0-4348-9BDD-A2C18A5C63D3}"/>
    <pc:docChg chg="undo custSel addSld delSld modSld">
      <pc:chgData name="g2442023" userId="1f6ef2e0-2d45-49ce-8185-6ca55612deaa" providerId="ADAL" clId="{D25160F8-20C0-4348-9BDD-A2C18A5C63D3}" dt="2026-01-19T14:12:12.709" v="231" actId="2696"/>
      <pc:docMkLst>
        <pc:docMk/>
      </pc:docMkLst>
      <pc:sldChg chg="addSp delSp modSp add del mod">
        <pc:chgData name="g2442023" userId="1f6ef2e0-2d45-49ce-8185-6ca55612deaa" providerId="ADAL" clId="{D25160F8-20C0-4348-9BDD-A2C18A5C63D3}" dt="2026-01-19T14:12:12.709" v="231" actId="2696"/>
        <pc:sldMkLst>
          <pc:docMk/>
          <pc:sldMk cId="2088017709" sldId="256"/>
        </pc:sldMkLst>
        <pc:picChg chg="add">
          <ac:chgData name="g2442023" userId="1f6ef2e0-2d45-49ce-8185-6ca55612deaa" providerId="ADAL" clId="{D25160F8-20C0-4348-9BDD-A2C18A5C63D3}" dt="2026-01-19T14:06:33.338" v="207"/>
          <ac:picMkLst>
            <pc:docMk/>
            <pc:sldMk cId="2088017709" sldId="256"/>
            <ac:picMk id="2" creationId="{3F736708-821D-D5C2-35FB-E3FD5F55228F}"/>
          </ac:picMkLst>
        </pc:picChg>
      </pc:sldChg>
      <pc:sldChg chg="new add del">
        <pc:chgData name="g2442023" userId="1f6ef2e0-2d45-49ce-8185-6ca55612deaa" providerId="ADAL" clId="{D25160F8-20C0-4348-9BDD-A2C18A5C63D3}" dt="2026-01-19T14:12:00.138" v="230" actId="2696"/>
        <pc:sldMkLst>
          <pc:docMk/>
          <pc:sldMk cId="253910036" sldId="257"/>
        </pc:sldMkLst>
      </pc:sldChg>
      <pc:sldChg chg="add setBg">
        <pc:chgData name="g2442023" userId="1f6ef2e0-2d45-49ce-8185-6ca55612deaa" providerId="ADAL" clId="{D25160F8-20C0-4348-9BDD-A2C18A5C63D3}" dt="2026-01-19T14:06:50.147" v="209"/>
        <pc:sldMkLst>
          <pc:docMk/>
          <pc:sldMk cId="0" sldId="258"/>
        </pc:sldMkLst>
      </pc:sldChg>
      <pc:sldChg chg="add setBg">
        <pc:chgData name="g2442023" userId="1f6ef2e0-2d45-49ce-8185-6ca55612deaa" providerId="ADAL" clId="{D25160F8-20C0-4348-9BDD-A2C18A5C63D3}" dt="2026-01-19T14:07:02.881" v="210"/>
        <pc:sldMkLst>
          <pc:docMk/>
          <pc:sldMk cId="0" sldId="259"/>
        </pc:sldMkLst>
      </pc:sldChg>
      <pc:sldChg chg="add del setBg">
        <pc:chgData name="g2442023" userId="1f6ef2e0-2d45-49ce-8185-6ca55612deaa" providerId="ADAL" clId="{D25160F8-20C0-4348-9BDD-A2C18A5C63D3}" dt="2026-01-19T14:07:43.037" v="215" actId="47"/>
        <pc:sldMkLst>
          <pc:docMk/>
          <pc:sldMk cId="0" sldId="260"/>
        </pc:sldMkLst>
      </pc:sldChg>
      <pc:sldChg chg="add">
        <pc:chgData name="g2442023" userId="1f6ef2e0-2d45-49ce-8185-6ca55612deaa" providerId="ADAL" clId="{D25160F8-20C0-4348-9BDD-A2C18A5C63D3}" dt="2026-01-19T14:07:39.830" v="214"/>
        <pc:sldMkLst>
          <pc:docMk/>
          <pc:sldMk cId="0" sldId="261"/>
        </pc:sldMkLst>
      </pc:sldChg>
      <pc:sldChg chg="new del">
        <pc:chgData name="g2442023" userId="1f6ef2e0-2d45-49ce-8185-6ca55612deaa" providerId="ADAL" clId="{D25160F8-20C0-4348-9BDD-A2C18A5C63D3}" dt="2026-01-19T14:07:37.565" v="213" actId="680"/>
        <pc:sldMkLst>
          <pc:docMk/>
          <pc:sldMk cId="665280201" sldId="261"/>
        </pc:sldMkLst>
      </pc:sldChg>
      <pc:sldChg chg="add">
        <pc:chgData name="g2442023" userId="1f6ef2e0-2d45-49ce-8185-6ca55612deaa" providerId="ADAL" clId="{D25160F8-20C0-4348-9BDD-A2C18A5C63D3}" dt="2026-01-19T14:07:53.111" v="216"/>
        <pc:sldMkLst>
          <pc:docMk/>
          <pc:sldMk cId="0" sldId="262"/>
        </pc:sldMkLst>
      </pc:sldChg>
      <pc:sldChg chg="add">
        <pc:chgData name="g2442023" userId="1f6ef2e0-2d45-49ce-8185-6ca55612deaa" providerId="ADAL" clId="{D25160F8-20C0-4348-9BDD-A2C18A5C63D3}" dt="2026-01-19T14:08:06.050" v="217"/>
        <pc:sldMkLst>
          <pc:docMk/>
          <pc:sldMk cId="0" sldId="263"/>
        </pc:sldMkLst>
      </pc:sldChg>
      <pc:sldChg chg="add">
        <pc:chgData name="g2442023" userId="1f6ef2e0-2d45-49ce-8185-6ca55612deaa" providerId="ADAL" clId="{D25160F8-20C0-4348-9BDD-A2C18A5C63D3}" dt="2026-01-19T14:08:19.095" v="218"/>
        <pc:sldMkLst>
          <pc:docMk/>
          <pc:sldMk cId="0" sldId="264"/>
        </pc:sldMkLst>
      </pc:sldChg>
      <pc:sldChg chg="add">
        <pc:chgData name="g2442023" userId="1f6ef2e0-2d45-49ce-8185-6ca55612deaa" providerId="ADAL" clId="{D25160F8-20C0-4348-9BDD-A2C18A5C63D3}" dt="2026-01-19T14:08:38.544" v="219"/>
        <pc:sldMkLst>
          <pc:docMk/>
          <pc:sldMk cId="0" sldId="265"/>
        </pc:sldMkLst>
      </pc:sldChg>
      <pc:sldChg chg="add">
        <pc:chgData name="g2442023" userId="1f6ef2e0-2d45-49ce-8185-6ca55612deaa" providerId="ADAL" clId="{D25160F8-20C0-4348-9BDD-A2C18A5C63D3}" dt="2026-01-19T14:08:52.497" v="220"/>
        <pc:sldMkLst>
          <pc:docMk/>
          <pc:sldMk cId="0" sldId="266"/>
        </pc:sldMkLst>
      </pc:sldChg>
      <pc:sldChg chg="add">
        <pc:chgData name="g2442023" userId="1f6ef2e0-2d45-49ce-8185-6ca55612deaa" providerId="ADAL" clId="{D25160F8-20C0-4348-9BDD-A2C18A5C63D3}" dt="2026-01-19T14:09:05.763" v="221"/>
        <pc:sldMkLst>
          <pc:docMk/>
          <pc:sldMk cId="0" sldId="268"/>
        </pc:sldMkLst>
      </pc:sldChg>
      <pc:sldChg chg="add">
        <pc:chgData name="g2442023" userId="1f6ef2e0-2d45-49ce-8185-6ca55612deaa" providerId="ADAL" clId="{D25160F8-20C0-4348-9BDD-A2C18A5C63D3}" dt="2026-01-19T14:09:15.060" v="222"/>
        <pc:sldMkLst>
          <pc:docMk/>
          <pc:sldMk cId="0" sldId="269"/>
        </pc:sldMkLst>
      </pc:sldChg>
      <pc:sldChg chg="add">
        <pc:chgData name="g2442023" userId="1f6ef2e0-2d45-49ce-8185-6ca55612deaa" providerId="ADAL" clId="{D25160F8-20C0-4348-9BDD-A2C18A5C63D3}" dt="2026-01-19T14:09:27.680" v="223"/>
        <pc:sldMkLst>
          <pc:docMk/>
          <pc:sldMk cId="0" sldId="272"/>
        </pc:sldMkLst>
      </pc:sldChg>
      <pc:sldChg chg="add">
        <pc:chgData name="g2442023" userId="1f6ef2e0-2d45-49ce-8185-6ca55612deaa" providerId="ADAL" clId="{D25160F8-20C0-4348-9BDD-A2C18A5C63D3}" dt="2026-01-19T14:09:36.052" v="224"/>
        <pc:sldMkLst>
          <pc:docMk/>
          <pc:sldMk cId="0" sldId="273"/>
        </pc:sldMkLst>
      </pc:sldChg>
      <pc:sldChg chg="add">
        <pc:chgData name="g2442023" userId="1f6ef2e0-2d45-49ce-8185-6ca55612deaa" providerId="ADAL" clId="{D25160F8-20C0-4348-9BDD-A2C18A5C63D3}" dt="2026-01-19T14:09:45.160" v="225"/>
        <pc:sldMkLst>
          <pc:docMk/>
          <pc:sldMk cId="0" sldId="280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9T06:16:43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16034 3389 16383 0 0,'5'0'0'0'0,"12"-5"0"0"0,10-8 0 0 0,9-5 0 0 0,6-5 0 0 0,2-1 0 0 0,-2 3 0 0 0,-3 3 0 0 0,-2 1 0 0 0,-5 1 0 0 0,-6 0 0 0 0,-2 3 0 0 0,-4 3 0 0 0,-3 4 0 0 0,0 4 0 0 0,-1-3 0 0 0,0 1 0 0 0,0 1 0 0 0,0-2 0 0 0,0 0 0 0 0,4-3 0 0 0,3 2 0 0 0,1-3 0 0 0,2-2 0 0 0,3-1 0 0 0,1-3 0 0 0,5 2 0 0 0,-1 3 0 0 0,-1 0 0 0 0,3 0 0 0 0,-1-2 0 0 0,-2 0 0 0 0,-6 1 0 0 0,-2 2 0 0 0,0-1 0 0 0,-1 1 0 0 0,-1 0 0 0 0,-3 1 0 0 0,-1 2 0 0 0,-1 0 0 0 0,-1 0 0 0 0,-1 1 0 0 0,4-1 0 0 0,0 0 0 0 0,3-1 0 0 0,0 0 0 0 0,-1 1 0 0 0,0 2 0 0 0,-3 1 0 0 0,0 2 0 0 0,-2 1 0 0 0,0 0 0 0 0,-3 0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9T06:16:43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7832 4502 16383 0 0,'-5'0'0'0'0,"-17"0"0"0"0,-24-3 0 0 0,-22-1 0 0 0,-13-2 0 0 0,-13-1 0 0 0,-5 1 0 0 0,3-1 0 0 0,9 1 0 0 0,9-2 0 0 0,10 0 0 0 0,8 2 0 0 0,3 2 0 0 0,6 2 0 0 0,1-2 0 0 0,4 0 0 0 0,-4-3 0 0 0,0 0 0 0 0,-1 2 0 0 0,0 1 0 0 0,6 2 0 0 0,4 1 0 0 0,4 0 0 0 0,3 1 0 0 0,3 0 0 0 0,3 0 0 0 0,-1 1 0 0 0,2-1 0 0 0,0 0 0 0 0,-1 0 0 0 0,1 0 0 0 0,3 0 0 0 0,2 0 0 0 0,2 0 0 0 0,2 0 0 0 0,0 0 0 0 0,2 0 0 0 0,-1 0 0 0 0,1 0 0 0 0,-1 0 0 0 0,4 0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9T06:16:43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8197 7364 16383 0 0,'-11'0'0'0'0,"-19"6"0"0"0,-20 10 0 0 0,-20 5 0 0 0,-14 6 0 0 0,-6 2 0 0 0,0 1 0 0 0,3-3 0 0 0,8-3 0 0 0,5-2 0 0 0,8-3 0 0 0,8-4 0 0 0,7-2 0 0 0,2-3 0 0 0,5-4 0 0 0,0 2 0 0 0,3-3 0 0 0,-1 2 0 0 0,-4-1 0 0 0,-1 0 0 0 0,0 0 0 0 0,5 0 0 0 0,1-1 0 0 0,1-2 0 0 0,2-1 0 0 0,0-1 0 0 0,-1 0 0 0 0,2 1 0 0 0,0 2 0 0 0,2 0 0 0 0,3 1 0 0 0,-1 0 0 0 0,0 0 0 0 0,-1 2 0 0 0,2-1 0 0 0,4-2 0 0 0,5 0 0 0 0,2-2 0 0 0,3 0 0 0 0,0-2 0 0 0,2 0 0 0 0,0 0 0 0 0,3 0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9T06:16:43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16087 10132 16383 0 0,'3'-3'0'0'0,"9"-6"0"0"0,9-5 0 0 0,9-6 0 0 0,8-5 0 0 0,3-4 0 0 0,3-3 0 0 0,4 2 0 0 0,0-1 0 0 0,0 0 0 0 0,-4 2 0 0 0,-3 4 0 0 0,-4 2 0 0 0,-3 3 0 0 0,-7 1 0 0 0,-1 3 0 0 0,1-1 0 0 0,-3 1 0 0 0,0-1 0 0 0,-1 1 0 0 0,0 3 0 0 0,1-3 0 0 0,0-1 0 0 0,2 0 0 0 0,1-1 0 0 0,-1 1 0 0 0,2-1 0 0 0,1 1 0 0 0,1-3 0 0 0,2 2 0 0 0,0 1 0 0 0,-1 1 0 0 0,-1 0 0 0 0,3-2 0 0 0,-1-2 0 0 0,0 2 0 0 0,-6 3 0 0 0,1 0 0 0 0,2-3 0 0 0,-1 2 0 0 0,-2 0 0 0 0,-4 0 0 0 0,2 1 0 0 0,0 2 0 0 0,4 1 0 0 0,-1-2 0 0 0,1 1 0 0 0,-1 1 0 0 0,-3 0 0 0 0,0 3 0 0 0,-1-1 0 0 0,2-2 0 0 0,-1 0 0 0 0,-2 0 0 0 0,2 4 0 0 0,-2-1 0 0 0,-3-1 0 0 0,0 1 0 0 0,0-1 0 0 0,2 1 0 0 0,-1 0 0 0 0,-3 1 0 0 0,-1 1 0 0 0,1 3 0 0 0,-1-1 0 0 0,0-3 0 0 0,0 0 0 0 0,-2-1 0 0 0,-2 1 0 0 0,1 1 0 0 0,-2 0 0 0 0,0 0 0 0 0,-2 2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9T06:16:43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8094 12037 16383 0 0,'-8'0'0'0'0,"-16"0"0"0"0,-13 0 0 0 0,-13 0 0 0 0,-11 0 0 0 0,-5 0 0 0 0,-3 0 0 0 0,-3 0 0 0 0,-1-2 0 0 0,-2-2 0 0 0,2 0 0 0 0,3 2 0 0 0,5 0 0 0 0,2 0 0 0 0,5 2 0 0 0,5-1 0 0 0,2 1 0 0 0,8 0 0 0 0,4 3 0 0 0,5 1 0 0 0,0 0 0 0 0,5-1 0 0 0,1-1 0 0 0,-1 2 0 0 0,3 1 0 0 0,-1 1 0 0 0,2 1 0 0 0,-1-1 0 0 0,-2-2 0 0 0,-2-1 0 0 0,0 1 0 0 0,0 0 0 0 0,1 0 0 0 0,2-2 0 0 0,-1 0 0 0 0,3 0 0 0 0,-1-2 0 0 0,1 0 0 0 0,3 0 0 0 0,-4 2 0 0 0,-4 5 0 0 0,1 0 0 0 0,2-1 0 0 0,4 0 0 0 0,2-3 0 0 0,2-1 0 0 0,1-1 0 0 0,1-1 0 0 0,1 0 0 0 0,0 0 0 0 0,-1 0 0 0 0,1-1 0 0 0,-1 1 0 0 0,1 0 0 0 0,-1-1 0 0 0,0 1 0 0 0,1 0 0 0 0,-1 0 0 0 0,0 0 0 0 0,0 0 0 0 0,0 0 0 0 0,1 0 0 0 0,-1 0 0 0 0,0 0 0 0 0,0 0 0 0 0,0 0 0 0 0,1 0 0 0 0,-1 0 0 0 0,3 0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E32875-DADB-4901-8D78-E363A315BFF3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CA2779-4055-4964-99AE-D4EFC12EAC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1660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3C0DEC-1B13-BE94-7763-7D7B46CBE7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9A1F8FA-0C96-77CA-F47D-FCBC68CAB2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62D5BDB-1F58-33C4-984D-73459C709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05AD0-F48B-4D61-B65F-4268040AA235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DCA9BB9-320A-67BE-4E5E-DDB1BF7B8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CEF6445-D1F0-AFAB-7A64-977D072FF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8972-B609-4D1B-B1B3-AA3AECF7E4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71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27AD4E-6B2E-18EC-98C4-CC8D34552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27C70FB-2A49-8E31-B5B5-61A283CB3A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79D4F35-A7F8-1125-0F80-8EDC04A58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05AD0-F48B-4D61-B65F-4268040AA235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7D9CA0A-B23E-5B52-8D4A-D11BE599D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829CFAB-6B18-56FC-0F51-E732070D5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8972-B609-4D1B-B1B3-AA3AECF7E4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8313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9F9254-D655-F6DC-09B5-EE6C80A46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1B33C75-2205-A8AA-9E50-B63D62CE6F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CBF6725-FB2A-7F70-5A57-DD62599FE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05AD0-F48B-4D61-B65F-4268040AA235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5FEF662-FFEC-26FE-E221-B6B6E3FA4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5C78D5A-326B-6A59-8DF5-1BAE337AA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8972-B609-4D1B-B1B3-AA3AECF7E4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8794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68EBED-9415-DF8D-F398-31DD37C7A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44B2666-8774-1551-01FB-58FC7B75E4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1A9833C-5FEE-D47F-F16E-62BA6848EB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B7D5DD4-E99F-C7DB-F092-E3D901D7D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05AD0-F48B-4D61-B65F-4268040AA235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B0A1EEA-7294-EA70-069A-958F537F0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A141B69-0287-14C3-CF94-BBB9C1CEF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8972-B609-4D1B-B1B3-AA3AECF7E4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5402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7D1F52-1B2E-922C-069A-B47034F99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7A4248D-2471-A5C6-3C88-66CDC2F59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3472830-9D98-40D7-CE7D-48AEC7486D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C66E33A-4B74-209F-F8DD-4A49C89ED0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5544144-8118-D65A-4A73-AEBE4B2499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3CE861C-6389-84FF-0E10-4EAAB6C50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05AD0-F48B-4D61-B65F-4268040AA235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5959154-0DD7-FF3B-04CE-032D1814E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C236724-09FC-B2F9-9823-DC645FD72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8972-B609-4D1B-B1B3-AA3AECF7E4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8654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5AC1B2-59C7-B9FD-1F08-B45FCF8F3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46652EA-5496-A24D-0410-0F3D3E837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05AD0-F48B-4D61-B65F-4268040AA235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DBBD3FA-7F2A-7026-1E33-1762F86F2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45F5C86-9009-B9AB-1FD3-92E07A883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8972-B609-4D1B-B1B3-AA3AECF7E4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3389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10CD856-2963-838B-11E3-FB3956A74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05AD0-F48B-4D61-B65F-4268040AA235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2C09C55-8DEC-2F43-1070-7D5AE8138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576E1AB-9F45-BAD7-A129-681F2F6BA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8972-B609-4D1B-B1B3-AA3AECF7E4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666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3D96BC-2955-398A-08BD-ACC2EE8A9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F7E0C3A-1DED-9953-417E-0DD650918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EB4CF5A-E0E1-27C3-5ADD-268037AF3A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1FF071C-451E-C9DC-EFB2-53A554B29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05AD0-F48B-4D61-B65F-4268040AA235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9050921-73AA-1831-2AEE-B5A1BBCDD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9CAC094-0B33-55CE-736D-FCFF12313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8972-B609-4D1B-B1B3-AA3AECF7E4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52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06B43E-3D2B-7137-D27D-ACE18CF27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5BD05B6-1832-8D1A-1DBC-49C8B1642B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6F39B83-EB23-EFDB-7294-D446281E92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381041D-9D60-5023-885E-5557A6303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05AD0-F48B-4D61-B65F-4268040AA235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712F886-62C6-78AE-2642-70E091121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78E2AD4-B37D-99C8-4E19-D1E673F4E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8972-B609-4D1B-B1B3-AA3AECF7E4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1515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A908A6-1247-8E6F-F562-F9BF79823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EFAE8F4-77A2-B97A-3F30-384C0F7C50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C975666-B027-3A8C-6EB0-5BE8319AD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05AD0-F48B-4D61-B65F-4268040AA235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4B32B9C-B5EC-B7D6-486F-2F6C9AFB7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7D22B7B-1E78-DDC9-0B4D-C20C40FC5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8972-B609-4D1B-B1B3-AA3AECF7E4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3588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4DBD8EF-C242-AF81-9C7F-617D6F1927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1627060-6247-CF1D-2965-55F3BA2D94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234A660-7BEF-CD6B-4A28-FA87D8C2A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05AD0-F48B-4D61-B65F-4268040AA235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52C9453-22D7-D183-0C0C-D83D7E55B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E8656F9-6C11-D488-3E0B-6DCA55E37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8972-B609-4D1B-B1B3-AA3AECF7E4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79314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3374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2741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9574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332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0739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1739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2605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7386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5007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7758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037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8DD7D03-DF99-1B9F-091C-0B87736DB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1CA38A4-0AD7-5CC7-C5D7-B2E72BC7A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24D3B31-C9C4-36AF-4FB1-81EF63A1A7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705AD0-F48B-4D61-B65F-4268040AA235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42BEBC2-D05B-6C6B-5618-57ACF6E1AE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5C09AE7-CDAB-1E03-E386-7A86164785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018972-B609-4D1B-B1B3-AA3AECF7E40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4869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997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nmlns2/Databese_project" TargetMode="Externa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0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12.png"/><Relationship Id="rId4" Type="http://schemas.openxmlformats.org/officeDocument/2006/relationships/image" Target="../media/image9.png"/><Relationship Id="rId9" Type="http://schemas.openxmlformats.org/officeDocument/2006/relationships/customXml" Target="../ink/ink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71500" y="698500"/>
            <a:ext cx="11048973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sp>
        <p:nvSpPr>
          <p:cNvPr id="3" name="AutoShape 3"/>
          <p:cNvSpPr/>
          <p:nvPr/>
        </p:nvSpPr>
        <p:spPr>
          <a:xfrm flipV="1">
            <a:off x="571238" y="602937"/>
            <a:ext cx="11049525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sp>
        <p:nvSpPr>
          <p:cNvPr id="4" name="AutoShape 4"/>
          <p:cNvSpPr/>
          <p:nvPr/>
        </p:nvSpPr>
        <p:spPr>
          <a:xfrm>
            <a:off x="571500" y="6255063"/>
            <a:ext cx="11049000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sp>
        <p:nvSpPr>
          <p:cNvPr id="5" name="Freeform 5"/>
          <p:cNvSpPr/>
          <p:nvPr/>
        </p:nvSpPr>
        <p:spPr>
          <a:xfrm flipH="1">
            <a:off x="8916451" y="1003388"/>
            <a:ext cx="3568529" cy="4184843"/>
          </a:xfrm>
          <a:custGeom>
            <a:avLst/>
            <a:gdLst/>
            <a:ahLst/>
            <a:cxnLst/>
            <a:rect l="l" t="t" r="r" b="b"/>
            <a:pathLst>
              <a:path w="5352794" h="6277264">
                <a:moveTo>
                  <a:pt x="5352794" y="0"/>
                </a:moveTo>
                <a:lnTo>
                  <a:pt x="0" y="0"/>
                </a:lnTo>
                <a:lnTo>
                  <a:pt x="0" y="6277264"/>
                </a:lnTo>
                <a:lnTo>
                  <a:pt x="5352794" y="6277264"/>
                </a:lnTo>
                <a:lnTo>
                  <a:pt x="5352794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ja-JP" altLang="en-US" sz="1200"/>
          </a:p>
        </p:txBody>
      </p:sp>
      <p:sp>
        <p:nvSpPr>
          <p:cNvPr id="6" name="AutoShape 6"/>
          <p:cNvSpPr/>
          <p:nvPr/>
        </p:nvSpPr>
        <p:spPr>
          <a:xfrm>
            <a:off x="571500" y="4683761"/>
            <a:ext cx="110490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sp>
        <p:nvSpPr>
          <p:cNvPr id="7" name="AutoShape 7"/>
          <p:cNvSpPr/>
          <p:nvPr/>
        </p:nvSpPr>
        <p:spPr>
          <a:xfrm>
            <a:off x="571500" y="6159500"/>
            <a:ext cx="110490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sp>
        <p:nvSpPr>
          <p:cNvPr id="9" name="Freeform 9"/>
          <p:cNvSpPr/>
          <p:nvPr/>
        </p:nvSpPr>
        <p:spPr>
          <a:xfrm>
            <a:off x="1175549" y="5759309"/>
            <a:ext cx="303935" cy="275181"/>
          </a:xfrm>
          <a:custGeom>
            <a:avLst/>
            <a:gdLst/>
            <a:ahLst/>
            <a:cxnLst/>
            <a:rect l="l" t="t" r="r" b="b"/>
            <a:pathLst>
              <a:path w="218677" h="218677">
                <a:moveTo>
                  <a:pt x="0" y="0"/>
                </a:moveTo>
                <a:lnTo>
                  <a:pt x="218677" y="0"/>
                </a:lnTo>
                <a:lnTo>
                  <a:pt x="218677" y="218677"/>
                </a:lnTo>
                <a:lnTo>
                  <a:pt x="0" y="2186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ja-JP" altLang="en-US" sz="1200"/>
          </a:p>
        </p:txBody>
      </p:sp>
      <p:grpSp>
        <p:nvGrpSpPr>
          <p:cNvPr id="10" name="Group 10"/>
          <p:cNvGrpSpPr/>
          <p:nvPr/>
        </p:nvGrpSpPr>
        <p:grpSpPr>
          <a:xfrm>
            <a:off x="1144397" y="1918389"/>
            <a:ext cx="2294711" cy="457411"/>
            <a:chOff x="0" y="0"/>
            <a:chExt cx="906552" cy="18070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06552" cy="180706"/>
            </a:xfrm>
            <a:custGeom>
              <a:avLst/>
              <a:gdLst/>
              <a:ahLst/>
              <a:cxnLst/>
              <a:rect l="l" t="t" r="r" b="b"/>
              <a:pathLst>
                <a:path w="906552" h="180706">
                  <a:moveTo>
                    <a:pt x="0" y="0"/>
                  </a:moveTo>
                  <a:lnTo>
                    <a:pt x="906552" y="0"/>
                  </a:lnTo>
                  <a:lnTo>
                    <a:pt x="906552" y="180706"/>
                  </a:lnTo>
                  <a:lnTo>
                    <a:pt x="0" y="180706"/>
                  </a:lnTo>
                  <a:close/>
                </a:path>
              </a:pathLst>
            </a:custGeom>
            <a:solidFill>
              <a:srgbClr val="1B1B1B"/>
            </a:solidFill>
          </p:spPr>
          <p:txBody>
            <a:bodyPr/>
            <a:lstStyle/>
            <a:p>
              <a:endParaRPr lang="ja-JP" altLang="en-US" sz="120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906552" cy="228331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239"/>
                </a:lnSpc>
              </a:pPr>
              <a:endParaRPr sz="1200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144398" y="2551587"/>
            <a:ext cx="7382917" cy="8688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466"/>
              </a:lnSpc>
            </a:pPr>
            <a:r>
              <a:rPr lang="ja-JP" altLang="en-US" sz="5300" b="1" spc="266">
                <a:solidFill>
                  <a:srgbClr val="1B1B1B"/>
                </a:solidFill>
                <a:latin typeface="Noto Sans JP Heavy"/>
                <a:ea typeface="Noto Sans JP Heavy"/>
                <a:cs typeface="Noto Sans JP Heavy"/>
                <a:sym typeface="Noto Sans JP Heavy"/>
              </a:rPr>
              <a:t>作業管理アプリ報告書</a:t>
            </a:r>
            <a:endParaRPr lang="en-US" sz="5300" b="1" spc="266">
              <a:solidFill>
                <a:srgbClr val="1B1B1B"/>
              </a:solidFill>
              <a:latin typeface="Noto Sans JP Heavy"/>
              <a:ea typeface="Noto Sans JP Heavy"/>
              <a:cs typeface="Noto Sans JP Heavy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311804" y="1953419"/>
            <a:ext cx="1959899" cy="330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1" spc="99">
                <a:solidFill>
                  <a:srgbClr val="F6F6F6"/>
                </a:solidFill>
                <a:latin typeface="Noto Sans JP Bold"/>
                <a:ea typeface="Noto Sans JP Bold"/>
                <a:cs typeface="Noto Sans JP Bold"/>
                <a:sym typeface="Noto Sans JP Bold"/>
              </a:rPr>
              <a:t>2026年度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58775" y="4928607"/>
            <a:ext cx="10706380" cy="14903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en-US" altLang="ja-JP" sz="1633" b="1" spc="83" err="1">
                <a:solidFill>
                  <a:srgbClr val="1B1B1B"/>
                </a:solidFill>
                <a:latin typeface="Noto Sans JP Heavy"/>
                <a:ea typeface="Noto Sans JP Heavy"/>
                <a:cs typeface="Noto Sans JP Heavy"/>
              </a:rPr>
              <a:t>伊藤素瑠</a:t>
            </a:r>
            <a:r>
              <a:rPr lang="en-US" altLang="ja-JP" sz="1633" b="1" spc="83">
                <a:solidFill>
                  <a:srgbClr val="1B1B1B"/>
                </a:solidFill>
                <a:latin typeface="Noto Sans JP Heavy"/>
                <a:ea typeface="Noto Sans JP Heavy"/>
                <a:cs typeface="Noto Sans JP Heavy"/>
              </a:rPr>
              <a:t>(2442007),</a:t>
            </a:r>
            <a:r>
              <a:rPr lang="en-US" altLang="ja-JP" sz="1633" b="1" spc="83" err="1">
                <a:solidFill>
                  <a:srgbClr val="1B1B1B"/>
                </a:solidFill>
                <a:latin typeface="Noto Sans JP Heavy"/>
                <a:ea typeface="Noto Sans JP Heavy"/>
                <a:cs typeface="Noto Sans JP Heavy"/>
              </a:rPr>
              <a:t>臼井柚楽</a:t>
            </a:r>
            <a:r>
              <a:rPr lang="en-US" altLang="ja-JP" sz="1633" b="1" spc="83">
                <a:solidFill>
                  <a:srgbClr val="1B1B1B"/>
                </a:solidFill>
                <a:latin typeface="Noto Sans JP Heavy"/>
                <a:ea typeface="Noto Sans JP Heavy"/>
                <a:cs typeface="Noto Sans JP Heavy"/>
              </a:rPr>
              <a:t>々(2342021), </a:t>
            </a:r>
            <a:r>
              <a:rPr lang="en-US" altLang="ja-JP" sz="1633" b="1" spc="83" err="1">
                <a:solidFill>
                  <a:srgbClr val="1B1B1B"/>
                </a:solidFill>
                <a:latin typeface="Noto Sans JP Heavy"/>
                <a:ea typeface="Noto Sans JP Heavy"/>
                <a:cs typeface="Noto Sans JP Heavy"/>
              </a:rPr>
              <a:t>漢美桜子</a:t>
            </a:r>
            <a:r>
              <a:rPr lang="en-US" altLang="ja-JP" sz="1633" b="1" spc="83">
                <a:solidFill>
                  <a:srgbClr val="1B1B1B"/>
                </a:solidFill>
                <a:latin typeface="Noto Sans JP Heavy"/>
                <a:ea typeface="Noto Sans JP Heavy"/>
                <a:cs typeface="Noto Sans JP Heavy"/>
              </a:rPr>
              <a:t>(2442023)</a:t>
            </a:r>
          </a:p>
          <a:p>
            <a:pPr>
              <a:lnSpc>
                <a:spcPts val="2999"/>
              </a:lnSpc>
            </a:pPr>
            <a:r>
              <a:rPr lang="en-US" altLang="ja-JP" sz="1633" b="1" spc="83" err="1">
                <a:solidFill>
                  <a:srgbClr val="1B1B1B"/>
                </a:solidFill>
                <a:latin typeface="Noto Sans JP Heavy"/>
                <a:ea typeface="Noto Sans JP Heavy"/>
                <a:cs typeface="Noto Sans JP Heavy"/>
              </a:rPr>
              <a:t>鈴木紅葉</a:t>
            </a:r>
            <a:r>
              <a:rPr lang="en-US" altLang="ja-JP" sz="1633" b="1" spc="83">
                <a:solidFill>
                  <a:srgbClr val="1B1B1B"/>
                </a:solidFill>
                <a:latin typeface="Noto Sans JP Heavy"/>
                <a:ea typeface="Noto Sans JP Heavy"/>
                <a:cs typeface="Noto Sans JP Heavy"/>
              </a:rPr>
              <a:t>(2442047), </a:t>
            </a:r>
            <a:r>
              <a:rPr lang="en-US" altLang="ja-JP" sz="1633" b="1" spc="83" err="1">
                <a:solidFill>
                  <a:srgbClr val="1B1B1B"/>
                </a:solidFill>
                <a:latin typeface="Noto Sans JP Heavy"/>
                <a:ea typeface="Noto Sans JP Heavy"/>
                <a:cs typeface="Noto Sans JP Heavy"/>
              </a:rPr>
              <a:t>松田菜那</a:t>
            </a:r>
            <a:r>
              <a:rPr lang="en-US" altLang="ja-JP" sz="1633" b="1" spc="83">
                <a:solidFill>
                  <a:srgbClr val="1B1B1B"/>
                </a:solidFill>
                <a:latin typeface="Noto Sans JP Heavy"/>
                <a:ea typeface="Noto Sans JP Heavy"/>
                <a:cs typeface="Noto Sans JP Heavy"/>
              </a:rPr>
              <a:t>(2442081), </a:t>
            </a:r>
            <a:r>
              <a:rPr lang="en-US" altLang="ja-JP" sz="1633" b="1" spc="83" err="1">
                <a:solidFill>
                  <a:srgbClr val="1B1B1B"/>
                </a:solidFill>
                <a:latin typeface="Noto Sans JP Heavy"/>
                <a:ea typeface="Noto Sans JP Heavy"/>
                <a:cs typeface="Noto Sans JP Heavy"/>
              </a:rPr>
              <a:t>渡辺もえ香</a:t>
            </a:r>
            <a:r>
              <a:rPr lang="en-US" altLang="ja-JP" sz="1633" b="1" spc="83">
                <a:solidFill>
                  <a:srgbClr val="1B1B1B"/>
                </a:solidFill>
                <a:latin typeface="Noto Sans JP Heavy"/>
                <a:ea typeface="Noto Sans JP Heavy"/>
                <a:cs typeface="Noto Sans JP Heavy"/>
              </a:rPr>
              <a:t>(2442101)</a:t>
            </a:r>
          </a:p>
          <a:p>
            <a:pPr>
              <a:lnSpc>
                <a:spcPts val="2999"/>
              </a:lnSpc>
            </a:pPr>
            <a:endParaRPr lang="en-US" sz="1633" spc="83">
              <a:solidFill>
                <a:srgbClr val="1B1B1B"/>
              </a:solidFill>
              <a:ea typeface="Calibri"/>
              <a:cs typeface="Calibri"/>
            </a:endParaRPr>
          </a:p>
          <a:p>
            <a:pPr>
              <a:lnSpc>
                <a:spcPts val="2999"/>
              </a:lnSpc>
            </a:pPr>
            <a:endParaRPr lang="en-US" altLang="ja-JP" sz="1633" b="1" spc="83">
              <a:solidFill>
                <a:srgbClr val="1B1B1B"/>
              </a:solidFill>
              <a:latin typeface="Noto Sans JP Heavy"/>
              <a:ea typeface="Noto Sans JP Heavy"/>
              <a:cs typeface="Calibri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140152" y="344319"/>
            <a:ext cx="3480611" cy="26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1333" b="1" spc="67">
                <a:solidFill>
                  <a:srgbClr val="1B1B1B"/>
                </a:solidFill>
                <a:latin typeface="Noto Sans JP Heavy"/>
                <a:ea typeface="Noto Sans JP Heavy"/>
                <a:cs typeface="Noto Sans JP Heavy"/>
                <a:sym typeface="Noto Sans JP Heavy"/>
              </a:rPr>
              <a:t>発表日：2026年1月20,23日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D35552-4A7B-7921-8435-DB10AE85D0CD}"/>
              </a:ext>
            </a:extLst>
          </p:cNvPr>
          <p:cNvSpPr txBox="1"/>
          <p:nvPr/>
        </p:nvSpPr>
        <p:spPr>
          <a:xfrm>
            <a:off x="1150189" y="3730925"/>
            <a:ext cx="6096000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0960" tIns="30480" rIns="60960" bIns="304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err="1">
                <a:solidFill>
                  <a:srgbClr val="1B1B1B"/>
                </a:solidFill>
                <a:latin typeface="Noto Sans JP Heavy"/>
              </a:rPr>
              <a:t>株式会社</a:t>
            </a:r>
            <a:r>
              <a:rPr lang="ja-JP" altLang="en-US" sz="2400" b="1">
                <a:solidFill>
                  <a:srgbClr val="1B1B1B"/>
                </a:solidFill>
                <a:ea typeface="Noto Sans JP Heavy"/>
              </a:rPr>
              <a:t>　</a:t>
            </a:r>
            <a:r>
              <a:rPr lang="en-US" sz="2400" b="1">
                <a:solidFill>
                  <a:srgbClr val="1B1B1B"/>
                </a:solidFill>
                <a:latin typeface="Noto Sans JP Heavy"/>
              </a:rPr>
              <a:t>SMY</a:t>
            </a:r>
            <a:endParaRPr lang="en-US" sz="2400"/>
          </a:p>
          <a:p>
            <a:pPr algn="ctr"/>
            <a:endParaRPr lang="en-US" sz="12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DCF45D-7D19-A609-E42F-FD45EC059A30}"/>
              </a:ext>
            </a:extLst>
          </p:cNvPr>
          <p:cNvSpPr txBox="1"/>
          <p:nvPr/>
        </p:nvSpPr>
        <p:spPr>
          <a:xfrm>
            <a:off x="1538377" y="5729377"/>
            <a:ext cx="6096000" cy="4975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0960" tIns="30480" rIns="60960" bIns="304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33" u="sng">
                <a:solidFill>
                  <a:srgbClr val="0000FF"/>
                </a:solidFill>
                <a:latin typeface="Calibri"/>
                <a:ea typeface="Meiryo UI"/>
                <a:cs typeface="Meiryo UI"/>
                <a:hlinkClick r:id="rId6"/>
              </a:rPr>
              <a:t>GitHub - nmlns2/Databese_project</a:t>
            </a:r>
            <a:endParaRPr lang="en-US" sz="1200"/>
          </a:p>
          <a:p>
            <a:pPr algn="ctr"/>
            <a:endParaRPr 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99454" y="1784350"/>
            <a:ext cx="5107784" cy="2623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ja-JP" altLang="en-US" sz="2333" b="1" spc="117">
                <a:solidFill>
                  <a:srgbClr val="1B1B1B"/>
                </a:solidFill>
                <a:latin typeface="Noto Sans JP Heavy"/>
                <a:ea typeface="Noto Sans JP Heavy"/>
                <a:cs typeface="Noto Sans JP Heavy"/>
              </a:rPr>
              <a:t>アプリケーション概要</a:t>
            </a:r>
          </a:p>
          <a:p>
            <a:pPr>
              <a:lnSpc>
                <a:spcPts val="4200"/>
              </a:lnSpc>
            </a:pPr>
            <a:r>
              <a:rPr lang="ja-JP" altLang="en-US" sz="2333" b="1" spc="117">
                <a:solidFill>
                  <a:srgbClr val="1B1B1B"/>
                </a:solidFill>
                <a:latin typeface="Noto Sans JP Heavy"/>
                <a:ea typeface="Noto Sans JP Heavy"/>
                <a:cs typeface="Noto Sans JP Heavy"/>
              </a:rPr>
              <a:t>進捗管理方法</a:t>
            </a:r>
          </a:p>
          <a:p>
            <a:pPr>
              <a:lnSpc>
                <a:spcPts val="4200"/>
              </a:lnSpc>
            </a:pPr>
            <a:r>
              <a:rPr lang="ja-JP" altLang="en-US" sz="2333" b="1" spc="117">
                <a:solidFill>
                  <a:srgbClr val="1B1B1B"/>
                </a:solidFill>
                <a:latin typeface="Noto Sans JP Heavy"/>
                <a:ea typeface="Noto Sans JP Heavy"/>
                <a:cs typeface="Noto Sans JP Heavy"/>
                <a:sym typeface="Noto Sans JP Heavy"/>
              </a:rPr>
              <a:t>ペルソナ分析</a:t>
            </a:r>
            <a:endParaRPr lang="en-US" sz="2333" b="1" spc="117">
              <a:solidFill>
                <a:srgbClr val="1B1B1B"/>
              </a:solidFill>
              <a:latin typeface="Noto Sans JP Heavy"/>
              <a:ea typeface="Noto Sans JP Heavy"/>
              <a:cs typeface="Noto Sans JP Heavy"/>
              <a:sym typeface="Noto Sans JP Heavy"/>
            </a:endParaRPr>
          </a:p>
          <a:p>
            <a:pPr>
              <a:lnSpc>
                <a:spcPts val="4200"/>
              </a:lnSpc>
            </a:pPr>
            <a:r>
              <a:rPr lang="ja-JP" altLang="en-US" sz="2333" b="1" spc="117">
                <a:solidFill>
                  <a:srgbClr val="1B1B1B"/>
                </a:solidFill>
                <a:latin typeface="Noto Sans JP Heavy"/>
                <a:ea typeface="Noto Sans JP Heavy"/>
                <a:cs typeface="Noto Sans JP Heavy"/>
                <a:sym typeface="Noto Sans JP Heavy"/>
              </a:rPr>
              <a:t>システム構成図</a:t>
            </a:r>
            <a:endParaRPr lang="en-US" sz="2333" b="1" spc="117">
              <a:solidFill>
                <a:srgbClr val="1B1B1B"/>
              </a:solidFill>
              <a:latin typeface="Noto Sans JP Heavy"/>
              <a:ea typeface="Noto Sans JP Heavy"/>
              <a:cs typeface="Noto Sans JP Heavy"/>
              <a:sym typeface="Noto Sans JP Heavy"/>
            </a:endParaRPr>
          </a:p>
          <a:p>
            <a:pPr>
              <a:lnSpc>
                <a:spcPts val="4200"/>
              </a:lnSpc>
            </a:pPr>
            <a:r>
              <a:rPr lang="en-US" sz="2333" b="1" spc="117">
                <a:solidFill>
                  <a:srgbClr val="1B1B1B"/>
                </a:solidFill>
                <a:latin typeface="Noto Sans JP Heavy"/>
                <a:ea typeface="Noto Sans JP Heavy"/>
                <a:cs typeface="Noto Sans JP Heavy"/>
                <a:sym typeface="Noto Sans JP Heavy"/>
              </a:rPr>
              <a:t>ER</a:t>
            </a:r>
            <a:r>
              <a:rPr lang="ja-JP" altLang="en-US" sz="2333" b="1" spc="117">
                <a:solidFill>
                  <a:srgbClr val="1B1B1B"/>
                </a:solidFill>
                <a:latin typeface="Noto Sans JP Heavy"/>
                <a:ea typeface="Noto Sans JP Heavy"/>
                <a:cs typeface="Noto Sans JP Heavy"/>
                <a:sym typeface="Noto Sans JP Heavy"/>
              </a:rPr>
              <a:t>図</a:t>
            </a:r>
            <a:endParaRPr lang="en-US" sz="2333" b="1" spc="117">
              <a:solidFill>
                <a:srgbClr val="1B1B1B"/>
              </a:solidFill>
              <a:latin typeface="Noto Sans JP Heavy"/>
              <a:ea typeface="Noto Sans JP Heavy"/>
              <a:cs typeface="Noto Sans JP Heavy"/>
              <a:sym typeface="Noto Sans JP Heavy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791559" y="1784350"/>
            <a:ext cx="1028559" cy="3165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sz="2333" b="1">
                <a:solidFill>
                  <a:srgbClr val="1B1B1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  <a:p>
            <a:pPr algn="r">
              <a:lnSpc>
                <a:spcPts val="4200"/>
              </a:lnSpc>
            </a:pPr>
            <a:r>
              <a:rPr lang="en-US" sz="2333" b="1">
                <a:solidFill>
                  <a:srgbClr val="1B1B1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  <a:endParaRPr lang="en-US" sz="2333" b="1">
              <a:solidFill>
                <a:srgbClr val="1B1B1B"/>
              </a:solidFill>
              <a:latin typeface="Open Sans Bold"/>
              <a:ea typeface="Open Sans Bold"/>
              <a:cs typeface="Open Sans Bold"/>
            </a:endParaRPr>
          </a:p>
          <a:p>
            <a:pPr algn="r">
              <a:lnSpc>
                <a:spcPts val="4200"/>
              </a:lnSpc>
            </a:pPr>
            <a:r>
              <a:rPr lang="en-US" sz="2333" b="1">
                <a:solidFill>
                  <a:srgbClr val="1B1B1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  <a:endParaRPr lang="en-US" sz="2333" b="1">
              <a:solidFill>
                <a:srgbClr val="1B1B1B"/>
              </a:solidFill>
              <a:latin typeface="Open Sans Bold"/>
              <a:ea typeface="Open Sans Bold"/>
              <a:cs typeface="Open Sans Bold"/>
            </a:endParaRPr>
          </a:p>
          <a:p>
            <a:pPr algn="r">
              <a:lnSpc>
                <a:spcPts val="4200"/>
              </a:lnSpc>
            </a:pPr>
            <a:r>
              <a:rPr lang="en-US" sz="2333" b="1">
                <a:solidFill>
                  <a:srgbClr val="1B1B1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</a:t>
            </a:r>
            <a:endParaRPr lang="en-US" sz="2333" b="1">
              <a:solidFill>
                <a:srgbClr val="1B1B1B"/>
              </a:solidFill>
              <a:latin typeface="Open Sans Bold"/>
              <a:ea typeface="Open Sans Bold"/>
              <a:cs typeface="Open Sans Bold"/>
            </a:endParaRPr>
          </a:p>
          <a:p>
            <a:pPr algn="r">
              <a:lnSpc>
                <a:spcPts val="4200"/>
              </a:lnSpc>
            </a:pPr>
            <a:r>
              <a:rPr lang="en-US" sz="2333" b="1">
                <a:solidFill>
                  <a:srgbClr val="1B1B1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05</a:t>
            </a:r>
            <a:endParaRPr lang="en-US" sz="2333" b="1">
              <a:solidFill>
                <a:srgbClr val="1B1B1B"/>
              </a:solidFill>
              <a:latin typeface="Open Sans Bold"/>
              <a:ea typeface="Open Sans Bold"/>
              <a:cs typeface="Open Sans Bold"/>
            </a:endParaRPr>
          </a:p>
          <a:p>
            <a:pPr algn="r">
              <a:lnSpc>
                <a:spcPts val="4200"/>
              </a:lnSpc>
            </a:pPr>
            <a:endParaRPr lang="en-US" sz="2333" b="1">
              <a:solidFill>
                <a:srgbClr val="1B1B1B"/>
              </a:solidFill>
              <a:latin typeface="Open Sans Bold"/>
              <a:ea typeface="Open Sans Bold"/>
              <a:cs typeface="Open San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3964438" y="1784350"/>
            <a:ext cx="490697" cy="3165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2333" b="1">
                <a:solidFill>
                  <a:srgbClr val="1B1B1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</a:t>
            </a:r>
          </a:p>
          <a:p>
            <a:pPr algn="ctr">
              <a:lnSpc>
                <a:spcPts val="4200"/>
              </a:lnSpc>
            </a:pPr>
            <a:r>
              <a:rPr lang="en-US" sz="2333" b="1">
                <a:solidFill>
                  <a:srgbClr val="1B1B1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</a:t>
            </a:r>
            <a:endParaRPr lang="en-US" sz="2333" b="1">
              <a:solidFill>
                <a:srgbClr val="1B1B1B"/>
              </a:solidFill>
              <a:latin typeface="Open Sans Bold"/>
              <a:ea typeface="Open Sans Bold"/>
              <a:cs typeface="Open Sans Bold"/>
            </a:endParaRPr>
          </a:p>
          <a:p>
            <a:pPr algn="ctr">
              <a:lnSpc>
                <a:spcPts val="4200"/>
              </a:lnSpc>
            </a:pPr>
            <a:r>
              <a:rPr lang="en-US" sz="2333" b="1">
                <a:solidFill>
                  <a:srgbClr val="1B1B1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</a:t>
            </a:r>
            <a:endParaRPr lang="en-US" sz="2333" b="1">
              <a:solidFill>
                <a:srgbClr val="1B1B1B"/>
              </a:solidFill>
              <a:latin typeface="Open Sans Bold"/>
              <a:ea typeface="Open Sans Bold"/>
              <a:cs typeface="Open Sans Bold"/>
            </a:endParaRPr>
          </a:p>
          <a:p>
            <a:pPr algn="ctr">
              <a:lnSpc>
                <a:spcPts val="4200"/>
              </a:lnSpc>
            </a:pPr>
            <a:r>
              <a:rPr lang="en-US" sz="2333" b="1">
                <a:solidFill>
                  <a:srgbClr val="1B1B1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</a:t>
            </a:r>
            <a:endParaRPr lang="en-US" sz="2333" b="1">
              <a:solidFill>
                <a:srgbClr val="1B1B1B"/>
              </a:solidFill>
              <a:latin typeface="Open Sans Bold"/>
              <a:ea typeface="Open Sans Bold"/>
              <a:cs typeface="Open Sans Bold"/>
            </a:endParaRPr>
          </a:p>
          <a:p>
            <a:pPr algn="ctr">
              <a:lnSpc>
                <a:spcPts val="4200"/>
              </a:lnSpc>
            </a:pPr>
            <a:r>
              <a:rPr lang="en-US" sz="2333" b="1">
                <a:solidFill>
                  <a:srgbClr val="1B1B1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</a:t>
            </a:r>
            <a:endParaRPr lang="en-US" sz="2333" b="1">
              <a:solidFill>
                <a:srgbClr val="1B1B1B"/>
              </a:solidFill>
              <a:latin typeface="Open Sans Bold"/>
              <a:ea typeface="Open Sans Bold"/>
              <a:cs typeface="Open Sans Bold"/>
            </a:endParaRPr>
          </a:p>
          <a:p>
            <a:pPr algn="ctr">
              <a:lnSpc>
                <a:spcPts val="4200"/>
              </a:lnSpc>
            </a:pPr>
            <a:endParaRPr lang="en-US" sz="2333" b="1">
              <a:solidFill>
                <a:srgbClr val="1B1B1B"/>
              </a:solidFill>
              <a:latin typeface="Open Sans Bold"/>
              <a:ea typeface="Open Sans Bold"/>
              <a:cs typeface="Open Sans Bold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71500" y="698500"/>
            <a:ext cx="11048973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sp>
        <p:nvSpPr>
          <p:cNvPr id="6" name="AutoShape 6"/>
          <p:cNvSpPr/>
          <p:nvPr/>
        </p:nvSpPr>
        <p:spPr>
          <a:xfrm flipV="1">
            <a:off x="571238" y="602937"/>
            <a:ext cx="11049525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sp>
        <p:nvSpPr>
          <p:cNvPr id="7" name="AutoShape 7"/>
          <p:cNvSpPr/>
          <p:nvPr/>
        </p:nvSpPr>
        <p:spPr>
          <a:xfrm>
            <a:off x="571500" y="6255063"/>
            <a:ext cx="11049000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sp>
        <p:nvSpPr>
          <p:cNvPr id="8" name="AutoShape 8"/>
          <p:cNvSpPr/>
          <p:nvPr/>
        </p:nvSpPr>
        <p:spPr>
          <a:xfrm>
            <a:off x="571500" y="6159500"/>
            <a:ext cx="110490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grpSp>
        <p:nvGrpSpPr>
          <p:cNvPr id="9" name="Group 9"/>
          <p:cNvGrpSpPr/>
          <p:nvPr/>
        </p:nvGrpSpPr>
        <p:grpSpPr>
          <a:xfrm>
            <a:off x="1150748" y="433750"/>
            <a:ext cx="808991" cy="2384157"/>
            <a:chOff x="0" y="0"/>
            <a:chExt cx="319601" cy="94188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19601" cy="941889"/>
            </a:xfrm>
            <a:custGeom>
              <a:avLst/>
              <a:gdLst/>
              <a:ahLst/>
              <a:cxnLst/>
              <a:rect l="l" t="t" r="r" b="b"/>
              <a:pathLst>
                <a:path w="319601" h="941889">
                  <a:moveTo>
                    <a:pt x="0" y="0"/>
                  </a:moveTo>
                  <a:lnTo>
                    <a:pt x="319601" y="0"/>
                  </a:lnTo>
                  <a:lnTo>
                    <a:pt x="319601" y="941889"/>
                  </a:lnTo>
                  <a:lnTo>
                    <a:pt x="0" y="941889"/>
                  </a:lnTo>
                  <a:close/>
                </a:path>
              </a:pathLst>
            </a:custGeom>
            <a:solidFill>
              <a:srgbClr val="1B1B1B"/>
            </a:solidFill>
          </p:spPr>
          <p:txBody>
            <a:bodyPr/>
            <a:lstStyle/>
            <a:p>
              <a:endParaRPr lang="ja-JP" altLang="en-US" sz="120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319601" cy="98951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239"/>
                </a:lnSpc>
              </a:pPr>
              <a:endParaRPr sz="1200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302302" y="575604"/>
            <a:ext cx="505883" cy="1147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66"/>
              </a:lnSpc>
            </a:pPr>
            <a:r>
              <a:rPr lang="en-US" sz="3333" b="1" spc="1333">
                <a:solidFill>
                  <a:srgbClr val="FAFAFA"/>
                </a:solidFill>
                <a:latin typeface="Noto Sans JP Heavy"/>
                <a:ea typeface="Noto Sans JP Heavy"/>
                <a:cs typeface="Noto Sans JP Heavy"/>
                <a:sym typeface="Noto Sans JP Heavy"/>
              </a:rPr>
              <a:t>目次</a:t>
            </a:r>
          </a:p>
        </p:txBody>
      </p:sp>
      <p:sp>
        <p:nvSpPr>
          <p:cNvPr id="13" name="Freeform 13"/>
          <p:cNvSpPr/>
          <p:nvPr/>
        </p:nvSpPr>
        <p:spPr>
          <a:xfrm flipH="1">
            <a:off x="8916451" y="1336579"/>
            <a:ext cx="3568529" cy="4184843"/>
          </a:xfrm>
          <a:custGeom>
            <a:avLst/>
            <a:gdLst/>
            <a:ahLst/>
            <a:cxnLst/>
            <a:rect l="l" t="t" r="r" b="b"/>
            <a:pathLst>
              <a:path w="5352794" h="6277264">
                <a:moveTo>
                  <a:pt x="5352794" y="0"/>
                </a:moveTo>
                <a:lnTo>
                  <a:pt x="0" y="0"/>
                </a:lnTo>
                <a:lnTo>
                  <a:pt x="0" y="6277264"/>
                </a:lnTo>
                <a:lnTo>
                  <a:pt x="5352794" y="6277264"/>
                </a:lnTo>
                <a:lnTo>
                  <a:pt x="5352794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ja-JP" altLang="en-US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71500" y="698500"/>
            <a:ext cx="11048973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kumimoji="0" lang="ja-JP" altLang="en-US" sz="120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3" name="AutoShape 3"/>
          <p:cNvSpPr/>
          <p:nvPr/>
        </p:nvSpPr>
        <p:spPr>
          <a:xfrm flipV="1">
            <a:off x="571238" y="602937"/>
            <a:ext cx="11049525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kumimoji="0" lang="ja-JP" altLang="en-US" sz="120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4" name="Freeform 4"/>
          <p:cNvSpPr/>
          <p:nvPr/>
        </p:nvSpPr>
        <p:spPr>
          <a:xfrm flipH="1">
            <a:off x="8916451" y="1336579"/>
            <a:ext cx="3568529" cy="4184843"/>
          </a:xfrm>
          <a:custGeom>
            <a:avLst/>
            <a:gdLst/>
            <a:ahLst/>
            <a:cxnLst/>
            <a:rect l="l" t="t" r="r" b="b"/>
            <a:pathLst>
              <a:path w="5352794" h="6277264">
                <a:moveTo>
                  <a:pt x="5352794" y="0"/>
                </a:moveTo>
                <a:lnTo>
                  <a:pt x="0" y="0"/>
                </a:lnTo>
                <a:lnTo>
                  <a:pt x="0" y="6277264"/>
                </a:lnTo>
                <a:lnTo>
                  <a:pt x="5352794" y="6277264"/>
                </a:lnTo>
                <a:lnTo>
                  <a:pt x="5352794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kumimoji="0" lang="ja-JP" altLang="en-US" sz="120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20585" y="4387112"/>
            <a:ext cx="9997136" cy="2141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defTabSz="609630">
              <a:lnSpc>
                <a:spcPts val="16667"/>
              </a:lnSpc>
            </a:pPr>
            <a:r>
              <a:rPr kumimoji="0" lang="en-US" sz="16667" b="1">
                <a:solidFill>
                  <a:srgbClr val="CCCCC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id="6" name="AutoShape 6"/>
          <p:cNvSpPr/>
          <p:nvPr/>
        </p:nvSpPr>
        <p:spPr>
          <a:xfrm>
            <a:off x="571500" y="6255063"/>
            <a:ext cx="11049000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kumimoji="0" lang="ja-JP" altLang="en-US" sz="120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71500" y="6159500"/>
            <a:ext cx="110490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kumimoji="0" lang="ja-JP" altLang="en-US" sz="120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074279" y="2623097"/>
            <a:ext cx="808991" cy="897826"/>
            <a:chOff x="0" y="0"/>
            <a:chExt cx="319601" cy="35469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19601" cy="354697"/>
            </a:xfrm>
            <a:custGeom>
              <a:avLst/>
              <a:gdLst/>
              <a:ahLst/>
              <a:cxnLst/>
              <a:rect l="l" t="t" r="r" b="b"/>
              <a:pathLst>
                <a:path w="319601" h="354697">
                  <a:moveTo>
                    <a:pt x="0" y="0"/>
                  </a:moveTo>
                  <a:lnTo>
                    <a:pt x="319601" y="0"/>
                  </a:lnTo>
                  <a:lnTo>
                    <a:pt x="319601" y="354697"/>
                  </a:lnTo>
                  <a:lnTo>
                    <a:pt x="0" y="354697"/>
                  </a:lnTo>
                  <a:close/>
                </a:path>
              </a:pathLst>
            </a:custGeom>
            <a:solidFill>
              <a:srgbClr val="1B1B1B"/>
            </a:solidFill>
          </p:spPr>
          <p:txBody>
            <a:bodyPr/>
            <a:lstStyle/>
            <a:p>
              <a:pPr defTabSz="609630"/>
              <a:endParaRPr kumimoji="0" lang="ja-JP" altLang="en-US" sz="120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319601" cy="40232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2239"/>
                </a:lnSpc>
              </a:pPr>
              <a:endParaRPr kumimoji="0"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382867" y="2691009"/>
            <a:ext cx="7527165" cy="649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5600"/>
              </a:lnSpc>
            </a:pPr>
            <a:r>
              <a:rPr kumimoji="0" lang="ja-JP" altLang="en-US" sz="4000" b="1" spc="200">
                <a:solidFill>
                  <a:srgbClr val="1B1B1B"/>
                </a:solidFill>
                <a:latin typeface="Noto Sans JP Heavy"/>
                <a:ea typeface="Noto Sans JP Heavy"/>
                <a:cs typeface="Noto Sans JP Heavy"/>
              </a:rPr>
              <a:t>アプリケーション概要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74279" y="2713235"/>
            <a:ext cx="808991" cy="539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4800"/>
              </a:lnSpc>
              <a:spcBef>
                <a:spcPct val="0"/>
              </a:spcBef>
            </a:pPr>
            <a:r>
              <a:rPr kumimoji="0" lang="en-US" sz="2666" b="1">
                <a:solidFill>
                  <a:srgbClr val="FAFAF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71500" y="1574203"/>
            <a:ext cx="110490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kumimoji="0" lang="ja-JP" altLang="en-US" sz="120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571500" y="698500"/>
            <a:ext cx="11048973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kumimoji="0" lang="ja-JP" altLang="en-US" sz="120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4" name="AutoShape 4"/>
          <p:cNvSpPr/>
          <p:nvPr/>
        </p:nvSpPr>
        <p:spPr>
          <a:xfrm flipV="1">
            <a:off x="571238" y="602937"/>
            <a:ext cx="11049525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kumimoji="0" lang="ja-JP" altLang="en-US" sz="120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71500" y="6255063"/>
            <a:ext cx="11049000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kumimoji="0" lang="ja-JP" altLang="en-US" sz="120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571500" y="6159500"/>
            <a:ext cx="110490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kumimoji="0" lang="ja-JP" altLang="en-US" sz="120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855067" y="433751"/>
            <a:ext cx="808991" cy="1146803"/>
            <a:chOff x="0" y="0"/>
            <a:chExt cx="319601" cy="45305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9601" cy="453058"/>
            </a:xfrm>
            <a:custGeom>
              <a:avLst/>
              <a:gdLst/>
              <a:ahLst/>
              <a:cxnLst/>
              <a:rect l="l" t="t" r="r" b="b"/>
              <a:pathLst>
                <a:path w="319601" h="453058">
                  <a:moveTo>
                    <a:pt x="0" y="0"/>
                  </a:moveTo>
                  <a:lnTo>
                    <a:pt x="319601" y="0"/>
                  </a:lnTo>
                  <a:lnTo>
                    <a:pt x="319601" y="453058"/>
                  </a:lnTo>
                  <a:lnTo>
                    <a:pt x="0" y="453058"/>
                  </a:lnTo>
                  <a:close/>
                </a:path>
              </a:pathLst>
            </a:custGeom>
            <a:solidFill>
              <a:srgbClr val="1B1B1B"/>
            </a:solidFill>
          </p:spPr>
          <p:txBody>
            <a:bodyPr/>
            <a:lstStyle/>
            <a:p>
              <a:pPr defTabSz="609630"/>
              <a:endParaRPr kumimoji="0" lang="ja-JP" altLang="en-US" sz="120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319601" cy="50068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2239"/>
                </a:lnSpc>
              </a:pPr>
              <a:endParaRPr kumimoji="0"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966229" y="914102"/>
            <a:ext cx="9539971" cy="382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3267"/>
              </a:lnSpc>
            </a:pPr>
            <a:r>
              <a:rPr kumimoji="0" lang="ja-JP" altLang="en-US" sz="2333" b="1" spc="117">
                <a:solidFill>
                  <a:srgbClr val="1B1B1B"/>
                </a:solidFill>
                <a:latin typeface="Noto Sans JP Heavy"/>
                <a:ea typeface="Noto Sans JP Heavy"/>
                <a:cs typeface="Noto Sans JP Heavy"/>
              </a:rPr>
              <a:t>作業管理アプリ　タスク管理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74636" y="818852"/>
            <a:ext cx="569853" cy="472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4200"/>
              </a:lnSpc>
              <a:spcBef>
                <a:spcPct val="0"/>
              </a:spcBef>
            </a:pPr>
            <a:r>
              <a:rPr kumimoji="0" lang="en-US" sz="2333" b="1">
                <a:solidFill>
                  <a:srgbClr val="FAFAF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9B7B149-ACC2-1D37-6F8F-CFA77CCC1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7085" y="1624262"/>
            <a:ext cx="3527856" cy="438150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67B50D5D-6082-29E8-37C8-105E35980F26}"/>
                  </a:ext>
                </a:extLst>
              </p14:cNvPr>
              <p14:cNvContentPartPr/>
              <p14:nvPr/>
            </p14:nvContentPartPr>
            <p14:xfrm>
              <a:off x="7456714" y="2596941"/>
              <a:ext cx="465407" cy="169844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67B50D5D-6082-29E8-37C8-105E35980F2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38731" y="2578949"/>
                <a:ext cx="501014" cy="2054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68C304ED-7256-8D54-F684-CD6E5BD7DC08}"/>
                  </a:ext>
                </a:extLst>
              </p14:cNvPr>
              <p14:cNvContentPartPr/>
              <p14:nvPr/>
            </p14:nvContentPartPr>
            <p14:xfrm>
              <a:off x="4046400" y="3104989"/>
              <a:ext cx="628409" cy="36749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68C304ED-7256-8D54-F684-CD6E5BD7DC0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028404" y="3087150"/>
                <a:ext cx="664040" cy="720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068DCC38-5F06-4825-B7D9-EA939D536706}"/>
                  </a:ext>
                </a:extLst>
              </p14:cNvPr>
              <p14:cNvContentPartPr/>
              <p14:nvPr/>
            </p14:nvContentPartPr>
            <p14:xfrm>
              <a:off x="4130640" y="4121452"/>
              <a:ext cx="671169" cy="13349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068DCC38-5F06-4825-B7D9-EA939D53670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112646" y="4103510"/>
                <a:ext cx="706797" cy="1690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5E08DB7E-FD1F-7388-91B6-E09B4FF81FB3}"/>
                  </a:ext>
                </a:extLst>
              </p14:cNvPr>
              <p14:cNvContentPartPr/>
              <p14:nvPr/>
            </p14:nvContentPartPr>
            <p14:xfrm>
              <a:off x="7474857" y="4697851"/>
              <a:ext cx="673004" cy="3912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5E08DB7E-FD1F-7388-91B6-E09B4FF81FB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456862" y="4679872"/>
                <a:ext cx="708634" cy="4268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F3AE1D69-4E99-BACF-C002-B89757C7CF24}"/>
                  </a:ext>
                </a:extLst>
              </p14:cNvPr>
              <p14:cNvContentPartPr/>
              <p14:nvPr/>
            </p14:nvContentPartPr>
            <p14:xfrm>
              <a:off x="3992100" y="5717761"/>
              <a:ext cx="779471" cy="370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F3AE1D69-4E99-BACF-C002-B89757C7CF2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974107" y="5699944"/>
                <a:ext cx="815098" cy="72338"/>
              </a:xfrm>
              <a:prstGeom prst="rect">
                <a:avLst/>
              </a:prstGeom>
            </p:spPr>
          </p:pic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DFB2F164-C354-9064-4895-516DB196820E}"/>
              </a:ext>
            </a:extLst>
          </p:cNvPr>
          <p:cNvSpPr txBox="1"/>
          <p:nvPr/>
        </p:nvSpPr>
        <p:spPr>
          <a:xfrm>
            <a:off x="7922381" y="2473476"/>
            <a:ext cx="1828799" cy="2666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0960" tIns="30480" rIns="60960" bIns="304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609630"/>
            <a:r>
              <a:rPr kumimoji="0" lang="ja-JP" altLang="en-US" sz="1333" b="1">
                <a:solidFill>
                  <a:prstClr val="black"/>
                </a:solidFill>
                <a:latin typeface="Noto Sans JP"/>
                <a:ea typeface="ＭＳ Ｐゴシック"/>
                <a:cs typeface="Calibri"/>
              </a:rPr>
              <a:t>タスク名の設定</a:t>
            </a:r>
            <a:endParaRPr kumimoji="0"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EE2E09E-1321-2A72-4696-49DFBD7D5656}"/>
              </a:ext>
            </a:extLst>
          </p:cNvPr>
          <p:cNvSpPr txBox="1"/>
          <p:nvPr/>
        </p:nvSpPr>
        <p:spPr>
          <a:xfrm>
            <a:off x="2419048" y="2896810"/>
            <a:ext cx="1711477" cy="4513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0960" tIns="30480" rIns="60960" bIns="304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609630"/>
            <a:r>
              <a:rPr kumimoji="0" lang="ja-JP" altLang="en-US" sz="1333" b="1">
                <a:solidFill>
                  <a:prstClr val="black"/>
                </a:solidFill>
                <a:latin typeface="Noto Sans JP Medium"/>
                <a:ea typeface="ＭＳ Ｐゴシック"/>
                <a:cs typeface="Calibri"/>
              </a:rPr>
              <a:t>タスクの期限を入力</a:t>
            </a:r>
            <a:endParaRPr kumimoji="0" lang="ja-JP" altLang="en-US" sz="1333" b="1">
              <a:solidFill>
                <a:prstClr val="black"/>
              </a:solidFill>
              <a:latin typeface="Noto Sans JP Medium"/>
              <a:ea typeface="ＭＳ Ｐゴシック" panose="020B0600070205080204" pitchFamily="50" charset="-128"/>
              <a:cs typeface="Calibri"/>
            </a:endParaRPr>
          </a:p>
          <a:p>
            <a:pPr algn="ctr" defTabSz="609630"/>
            <a:endParaRPr kumimoji="0"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C6ACF00-67AE-77EB-B55D-9D2EEC6B59A3}"/>
              </a:ext>
            </a:extLst>
          </p:cNvPr>
          <p:cNvSpPr txBox="1"/>
          <p:nvPr/>
        </p:nvSpPr>
        <p:spPr>
          <a:xfrm>
            <a:off x="2727477" y="3955143"/>
            <a:ext cx="1403048" cy="4717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0960" tIns="30480" rIns="60960" bIns="304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609630"/>
            <a:r>
              <a:rPr kumimoji="0" lang="ja-JP" altLang="en-US" sz="1333" b="1">
                <a:solidFill>
                  <a:prstClr val="black"/>
                </a:solidFill>
                <a:latin typeface="Noto Sans JP Medium"/>
                <a:ea typeface="ＭＳ Ｐゴシック"/>
                <a:cs typeface="Calibri"/>
              </a:rPr>
              <a:t>優先度を入力</a:t>
            </a:r>
            <a:br>
              <a:rPr kumimoji="0" lang="ja-JP" altLang="en-US" sz="1333" b="1">
                <a:solidFill>
                  <a:prstClr val="black"/>
                </a:solidFill>
                <a:latin typeface="Noto Sans JP Medium"/>
                <a:ea typeface="ＭＳ Ｐゴシック"/>
                <a:cs typeface="Calibri"/>
              </a:rPr>
            </a:br>
            <a:r>
              <a:rPr kumimoji="0" lang="ja-JP" altLang="en-US" sz="1333" b="1">
                <a:solidFill>
                  <a:prstClr val="black"/>
                </a:solidFill>
                <a:latin typeface="Noto Sans JP Medium"/>
                <a:ea typeface="ＭＳ Ｐゴシック"/>
                <a:cs typeface="Calibri"/>
              </a:rPr>
              <a:t>(低・中・高)</a:t>
            </a:r>
            <a:endParaRPr kumimoji="0" lang="ja-JP" altLang="en-US" sz="1333" b="1">
              <a:solidFill>
                <a:prstClr val="black"/>
              </a:solidFill>
              <a:latin typeface="Noto Sans JP Medium"/>
              <a:ea typeface="ＭＳ Ｐゴシック" panose="020B0600070205080204" pitchFamily="50" charset="-128"/>
              <a:cs typeface="Calibri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7E10702-A75F-764F-440A-61F781C15762}"/>
              </a:ext>
            </a:extLst>
          </p:cNvPr>
          <p:cNvSpPr txBox="1"/>
          <p:nvPr/>
        </p:nvSpPr>
        <p:spPr>
          <a:xfrm>
            <a:off x="8248953" y="4438953"/>
            <a:ext cx="1663095" cy="4513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0960" tIns="30480" rIns="60960" bIns="304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609630"/>
            <a:r>
              <a:rPr kumimoji="0" lang="ja-JP" altLang="en-US" sz="1333" b="1">
                <a:solidFill>
                  <a:prstClr val="black"/>
                </a:solidFill>
                <a:latin typeface="Noto Sans JP Medium"/>
                <a:ea typeface="ＭＳ Ｐゴシック"/>
                <a:cs typeface="Calibri"/>
              </a:rPr>
              <a:t>備考欄にメモも可能</a:t>
            </a:r>
            <a:endParaRPr kumimoji="0" lang="ja-JP" altLang="en-US" sz="1333" b="1">
              <a:solidFill>
                <a:prstClr val="black"/>
              </a:solidFill>
              <a:latin typeface="Noto Sans JP Medium"/>
              <a:ea typeface="ＭＳ Ｐゴシック" panose="020B0600070205080204" pitchFamily="50" charset="-128"/>
              <a:cs typeface="Calibri"/>
            </a:endParaRPr>
          </a:p>
          <a:p>
            <a:pPr algn="ctr" defTabSz="609630"/>
            <a:endParaRPr kumimoji="0"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0575789-B324-6372-9C63-FE81EED0693F}"/>
              </a:ext>
            </a:extLst>
          </p:cNvPr>
          <p:cNvSpPr txBox="1"/>
          <p:nvPr/>
        </p:nvSpPr>
        <p:spPr>
          <a:xfrm>
            <a:off x="2697239" y="5678714"/>
            <a:ext cx="1155095" cy="4513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0960" tIns="30480" rIns="60960" bIns="304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609630"/>
            <a:r>
              <a:rPr kumimoji="0" lang="ja-JP" altLang="en-US" sz="1333" b="1">
                <a:solidFill>
                  <a:prstClr val="black"/>
                </a:solidFill>
                <a:latin typeface="Noto Sans JP Medium"/>
                <a:ea typeface="ＭＳ Ｐゴシック"/>
                <a:cs typeface="Calibri"/>
              </a:rPr>
              <a:t>タスクの保存</a:t>
            </a:r>
            <a:endParaRPr kumimoji="0" lang="ja-JP" altLang="en-US" sz="1333" b="1">
              <a:solidFill>
                <a:prstClr val="black"/>
              </a:solidFill>
              <a:latin typeface="Noto Sans JP Medium"/>
              <a:ea typeface="ＭＳ Ｐゴシック" panose="020B0600070205080204" pitchFamily="50" charset="-128"/>
              <a:cs typeface="Calibri"/>
            </a:endParaRPr>
          </a:p>
          <a:p>
            <a:pPr algn="ctr" defTabSz="609630"/>
            <a:endParaRPr kumimoji="0" lang="en-US" sz="120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71500" y="1574203"/>
            <a:ext cx="110490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kumimoji="0" lang="ja-JP" altLang="en-US" sz="120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571500" y="698500"/>
            <a:ext cx="11048973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kumimoji="0" lang="ja-JP" altLang="en-US" sz="120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4" name="AutoShape 4"/>
          <p:cNvSpPr/>
          <p:nvPr/>
        </p:nvSpPr>
        <p:spPr>
          <a:xfrm flipV="1">
            <a:off x="571238" y="602937"/>
            <a:ext cx="11049525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kumimoji="0" lang="ja-JP" altLang="en-US" sz="120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71500" y="6255063"/>
            <a:ext cx="11049000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kumimoji="0" lang="ja-JP" altLang="en-US" sz="120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571500" y="6159500"/>
            <a:ext cx="110490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kumimoji="0" lang="ja-JP" altLang="en-US" sz="120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855067" y="433751"/>
            <a:ext cx="808991" cy="1146803"/>
            <a:chOff x="0" y="0"/>
            <a:chExt cx="319601" cy="45305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9601" cy="453058"/>
            </a:xfrm>
            <a:custGeom>
              <a:avLst/>
              <a:gdLst/>
              <a:ahLst/>
              <a:cxnLst/>
              <a:rect l="l" t="t" r="r" b="b"/>
              <a:pathLst>
                <a:path w="319601" h="453058">
                  <a:moveTo>
                    <a:pt x="0" y="0"/>
                  </a:moveTo>
                  <a:lnTo>
                    <a:pt x="319601" y="0"/>
                  </a:lnTo>
                  <a:lnTo>
                    <a:pt x="319601" y="453058"/>
                  </a:lnTo>
                  <a:lnTo>
                    <a:pt x="0" y="453058"/>
                  </a:lnTo>
                  <a:close/>
                </a:path>
              </a:pathLst>
            </a:custGeom>
            <a:solidFill>
              <a:srgbClr val="1B1B1B"/>
            </a:solidFill>
          </p:spPr>
          <p:txBody>
            <a:bodyPr/>
            <a:lstStyle/>
            <a:p>
              <a:pPr defTabSz="609630"/>
              <a:endParaRPr kumimoji="0" lang="ja-JP" altLang="en-US" sz="120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319601" cy="50068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2239"/>
                </a:lnSpc>
              </a:pPr>
              <a:endParaRPr kumimoji="0"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857802" y="1961564"/>
            <a:ext cx="4649191" cy="39649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95325" lvl="1" indent="-190510" defTabSz="609630">
              <a:buFont typeface="Arial"/>
              <a:buChar char="•"/>
            </a:pPr>
            <a:r>
              <a:rPr kumimoji="0" lang="ja-JP" altLang="en-US" sz="2400" spc="67">
                <a:solidFill>
                  <a:srgbClr val="1B1B1B"/>
                </a:solidFill>
                <a:latin typeface="Calibri"/>
                <a:ea typeface="+mn-lt"/>
                <a:cs typeface="Calibri"/>
              </a:rPr>
              <a:t>本システムのソースコード管理に</a:t>
            </a:r>
            <a:r>
              <a:rPr kumimoji="0" lang="en-US" sz="2400" spc="67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 </a:t>
            </a:r>
            <a:r>
              <a:rPr kumimoji="0" lang="en-US" sz="2400" b="1" spc="67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GitHub</a:t>
            </a:r>
            <a:r>
              <a:rPr kumimoji="0" lang="en-US" altLang="ja-JP" sz="2400" spc="67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 </a:t>
            </a:r>
            <a:r>
              <a:rPr kumimoji="0" lang="ja-JP" altLang="en-US" sz="2400" spc="67">
                <a:solidFill>
                  <a:srgbClr val="1B1B1B"/>
                </a:solidFill>
                <a:latin typeface="Calibri"/>
                <a:ea typeface="+mn-lt"/>
                <a:cs typeface="Calibri"/>
              </a:rPr>
              <a:t>を使用</a:t>
            </a:r>
            <a:endParaRPr kumimoji="0" lang="en-US" altLang="ja-JP" sz="2400">
              <a:solidFill>
                <a:prstClr val="black"/>
              </a:solidFill>
              <a:latin typeface="Calibri"/>
              <a:ea typeface="ＭＳ Ｐゴシック"/>
              <a:cs typeface="Calibri"/>
            </a:endParaRPr>
          </a:p>
          <a:p>
            <a:pPr marL="495325" lvl="1" indent="-190510" defTabSz="609630">
              <a:buFont typeface="Arial"/>
              <a:buChar char="•"/>
            </a:pPr>
            <a:endParaRPr kumimoji="0" lang="ja-JP" altLang="en-US" sz="2400" spc="67">
              <a:solidFill>
                <a:srgbClr val="1B1B1B"/>
              </a:solidFill>
              <a:latin typeface="Calibri"/>
              <a:ea typeface="+mn-lt"/>
              <a:cs typeface="Calibri"/>
            </a:endParaRPr>
          </a:p>
          <a:p>
            <a:pPr marL="495325" lvl="1" indent="-190510" defTabSz="609630">
              <a:buFont typeface="Arial"/>
              <a:buChar char="•"/>
            </a:pPr>
            <a:r>
              <a:rPr kumimoji="0" lang="ja-JP" altLang="en-US" sz="2400" spc="67">
                <a:solidFill>
                  <a:srgbClr val="1B1B1B"/>
                </a:solidFill>
                <a:latin typeface="Calibri"/>
                <a:ea typeface="+mn-lt"/>
                <a:cs typeface="Calibri"/>
              </a:rPr>
              <a:t>フロントエンド・バックエンド</a:t>
            </a:r>
            <a:r>
              <a:rPr kumimoji="0" lang="en-US" sz="2400" spc="67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・DB</a:t>
            </a:r>
            <a:r>
              <a:rPr kumimoji="0" lang="ja-JP" altLang="en-US" sz="2400" spc="67">
                <a:solidFill>
                  <a:srgbClr val="1B1B1B"/>
                </a:solidFill>
                <a:latin typeface="Calibri"/>
                <a:ea typeface="+mn-lt"/>
                <a:cs typeface="Calibri"/>
              </a:rPr>
              <a:t>設定を</a:t>
            </a:r>
            <a:r>
              <a:rPr kumimoji="0" lang="en-US" sz="2400" spc="67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 </a:t>
            </a:r>
            <a:r>
              <a:rPr kumimoji="0" lang="en-US" sz="2400" b="1" spc="67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1</a:t>
            </a:r>
            <a:r>
              <a:rPr kumimoji="0" lang="ja-JP" altLang="en-US" sz="2400" b="1" spc="67">
                <a:solidFill>
                  <a:srgbClr val="1B1B1B"/>
                </a:solidFill>
                <a:latin typeface="Calibri"/>
                <a:ea typeface="+mn-lt"/>
                <a:cs typeface="Calibri"/>
              </a:rPr>
              <a:t>つのリポジトリ</a:t>
            </a:r>
            <a:r>
              <a:rPr kumimoji="0" lang="ja-JP" altLang="en-US" sz="2400" spc="67">
                <a:solidFill>
                  <a:srgbClr val="1B1B1B"/>
                </a:solidFill>
                <a:latin typeface="Calibri"/>
                <a:ea typeface="+mn-lt"/>
                <a:cs typeface="Calibri"/>
              </a:rPr>
              <a:t>で管理</a:t>
            </a:r>
            <a:endParaRPr kumimoji="0" lang="en-US" sz="240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marL="495325" lvl="1" indent="-190510" defTabSz="609630">
              <a:buFont typeface="Arial"/>
              <a:buChar char="•"/>
            </a:pPr>
            <a:endParaRPr kumimoji="0" lang="ja-JP" altLang="en-US" sz="2400" spc="67">
              <a:solidFill>
                <a:srgbClr val="1B1B1B"/>
              </a:solidFill>
              <a:latin typeface="Calibri"/>
              <a:ea typeface="+mn-lt"/>
              <a:cs typeface="Calibri"/>
            </a:endParaRPr>
          </a:p>
          <a:p>
            <a:pPr marL="495325" lvl="1" indent="-190510" defTabSz="609630">
              <a:buFont typeface="Arial"/>
              <a:buChar char="•"/>
            </a:pPr>
            <a:r>
              <a:rPr kumimoji="0" lang="en-US" sz="2400" spc="67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Docker / Docker Compose</a:t>
            </a:r>
            <a:r>
              <a:rPr kumimoji="0" lang="en-US" altLang="ja-JP" sz="2400" spc="67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 </a:t>
            </a:r>
            <a:r>
              <a:rPr kumimoji="0" lang="ja-JP" altLang="en-US" sz="2400" spc="67">
                <a:solidFill>
                  <a:srgbClr val="1B1B1B"/>
                </a:solidFill>
                <a:latin typeface="Calibri"/>
                <a:ea typeface="+mn-lt"/>
                <a:cs typeface="Calibri"/>
              </a:rPr>
              <a:t>の設定ファイルも含め</a:t>
            </a:r>
            <a:r>
              <a:rPr kumimoji="0" lang="en-US" sz="2400" spc="67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、</a:t>
            </a:r>
            <a:r>
              <a:rPr kumimoji="0" lang="ja-JP" altLang="en-US" sz="2400" b="1" spc="67">
                <a:solidFill>
                  <a:srgbClr val="1B1B1B"/>
                </a:solidFill>
                <a:latin typeface="Calibri"/>
                <a:ea typeface="+mn-lt"/>
                <a:cs typeface="Calibri"/>
              </a:rPr>
              <a:t>環境構築から実行まで再現可能</a:t>
            </a:r>
            <a:r>
              <a:rPr kumimoji="0" lang="ja-JP" altLang="en-US" sz="2400" spc="67">
                <a:solidFill>
                  <a:srgbClr val="1B1B1B"/>
                </a:solidFill>
                <a:latin typeface="Calibri"/>
                <a:ea typeface="+mn-lt"/>
                <a:cs typeface="Calibri"/>
              </a:rPr>
              <a:t>な構成</a:t>
            </a:r>
            <a:endParaRPr kumimoji="0" lang="en-US" sz="2400">
              <a:solidFill>
                <a:prstClr val="black"/>
              </a:solidFill>
              <a:latin typeface="Calibri"/>
            </a:endParaRPr>
          </a:p>
          <a:p>
            <a:pPr marL="0" lvl="1" defTabSz="609630">
              <a:lnSpc>
                <a:spcPts val="2400"/>
              </a:lnSpc>
              <a:spcBef>
                <a:spcPct val="0"/>
              </a:spcBef>
            </a:pPr>
            <a:endParaRPr kumimoji="0" lang="en-US" sz="1333" spc="67">
              <a:solidFill>
                <a:srgbClr val="1B1B1B"/>
              </a:solidFill>
              <a:latin typeface="Noto Sans JP"/>
              <a:ea typeface="Noto Sans JP"/>
              <a:cs typeface="Noto Sans JP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966229" y="914103"/>
            <a:ext cx="9539971" cy="630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5600"/>
              </a:lnSpc>
            </a:pPr>
            <a:r>
              <a:rPr kumimoji="0" lang="en-US" altLang="ja-JP" sz="2933" b="1" spc="117" err="1">
                <a:solidFill>
                  <a:srgbClr val="1B1B1B"/>
                </a:solidFill>
                <a:latin typeface="Meiryo UI"/>
                <a:ea typeface="Meiryo UI"/>
              </a:rPr>
              <a:t>Github</a:t>
            </a:r>
            <a:r>
              <a:rPr kumimoji="0" lang="ja-JP" altLang="en-US" sz="2933" b="1" spc="117">
                <a:solidFill>
                  <a:srgbClr val="1B1B1B"/>
                </a:solidFill>
                <a:latin typeface="Noto Sans JP Heavy"/>
                <a:ea typeface="Noto Sans JP Heavy"/>
              </a:rPr>
              <a:t>レポジトリの活用</a:t>
            </a:r>
            <a:endParaRPr kumimoji="0" lang="ja-JP" altLang="en-US" sz="2933">
              <a:solidFill>
                <a:prstClr val="black"/>
              </a:solidFill>
              <a:latin typeface="Calibri"/>
              <a:ea typeface="ＭＳ Ｐゴシック"/>
              <a:cs typeface="Calibri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974636" y="818852"/>
            <a:ext cx="569853" cy="472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4200"/>
              </a:lnSpc>
              <a:spcBef>
                <a:spcPct val="0"/>
              </a:spcBef>
            </a:pPr>
            <a:r>
              <a:rPr kumimoji="0" lang="en-US" sz="2333" b="1">
                <a:solidFill>
                  <a:srgbClr val="FAFAF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832C4680-D332-7A44-32DB-B4C0E1BE9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4398" y="2177761"/>
            <a:ext cx="5994977" cy="27102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71500" y="1574203"/>
            <a:ext cx="110490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kumimoji="0" lang="ja-JP" altLang="en-US" sz="120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571500" y="698500"/>
            <a:ext cx="11048973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kumimoji="0" lang="ja-JP" altLang="en-US" sz="120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4" name="AutoShape 4"/>
          <p:cNvSpPr/>
          <p:nvPr/>
        </p:nvSpPr>
        <p:spPr>
          <a:xfrm flipV="1">
            <a:off x="571238" y="602937"/>
            <a:ext cx="11049525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kumimoji="0" lang="ja-JP" altLang="en-US" sz="120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71500" y="6255063"/>
            <a:ext cx="11049000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kumimoji="0" lang="ja-JP" altLang="en-US" sz="120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571500" y="6159500"/>
            <a:ext cx="110490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kumimoji="0" lang="ja-JP" altLang="en-US" sz="120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855067" y="433751"/>
            <a:ext cx="808991" cy="1146803"/>
            <a:chOff x="0" y="0"/>
            <a:chExt cx="319601" cy="45305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9601" cy="453058"/>
            </a:xfrm>
            <a:custGeom>
              <a:avLst/>
              <a:gdLst/>
              <a:ahLst/>
              <a:cxnLst/>
              <a:rect l="l" t="t" r="r" b="b"/>
              <a:pathLst>
                <a:path w="319601" h="453058">
                  <a:moveTo>
                    <a:pt x="0" y="0"/>
                  </a:moveTo>
                  <a:lnTo>
                    <a:pt x="319601" y="0"/>
                  </a:lnTo>
                  <a:lnTo>
                    <a:pt x="319601" y="453058"/>
                  </a:lnTo>
                  <a:lnTo>
                    <a:pt x="0" y="453058"/>
                  </a:lnTo>
                  <a:close/>
                </a:path>
              </a:pathLst>
            </a:custGeom>
            <a:solidFill>
              <a:srgbClr val="1B1B1B"/>
            </a:solidFill>
          </p:spPr>
          <p:txBody>
            <a:bodyPr/>
            <a:lstStyle/>
            <a:p>
              <a:pPr defTabSz="609630"/>
              <a:endParaRPr kumimoji="0" lang="ja-JP" altLang="en-US" sz="120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319601" cy="50068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2239"/>
                </a:lnSpc>
              </a:pPr>
              <a:endParaRPr kumimoji="0"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966229" y="914102"/>
            <a:ext cx="9539971" cy="382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3267"/>
              </a:lnSpc>
            </a:pPr>
            <a:r>
              <a:rPr kumimoji="0" lang="en-US" sz="2333" b="1" spc="117" err="1">
                <a:solidFill>
                  <a:srgbClr val="1B1B1B"/>
                </a:solidFill>
                <a:latin typeface="Noto Sans JP Heavy"/>
                <a:ea typeface="Noto Sans JP Heavy"/>
                <a:cs typeface="Noto Sans JP Heavy"/>
              </a:rPr>
              <a:t>Github</a:t>
            </a:r>
            <a:r>
              <a:rPr kumimoji="0" lang="ja-JP" altLang="en-US" sz="2333" b="1" spc="117">
                <a:solidFill>
                  <a:srgbClr val="1B1B1B"/>
                </a:solidFill>
                <a:latin typeface="Noto Sans JP Heavy"/>
                <a:ea typeface="Noto Sans JP Heavy"/>
                <a:cs typeface="Noto Sans JP Heavy"/>
              </a:rPr>
              <a:t>レポジトリの構成内容</a:t>
            </a:r>
            <a:endParaRPr kumimoji="0" lang="en-US" sz="2333" b="1" spc="117">
              <a:solidFill>
                <a:srgbClr val="1B1B1B"/>
              </a:solidFill>
              <a:latin typeface="Noto Sans JP Heavy"/>
              <a:ea typeface="Noto Sans JP Heavy"/>
              <a:cs typeface="Noto Sans JP Heavy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74636" y="818852"/>
            <a:ext cx="569853" cy="472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4200"/>
              </a:lnSpc>
              <a:spcBef>
                <a:spcPct val="0"/>
              </a:spcBef>
            </a:pPr>
            <a:r>
              <a:rPr kumimoji="0" lang="en-US" sz="2333" b="1">
                <a:solidFill>
                  <a:srgbClr val="FAFAF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33A35C-F73E-BEA7-AA66-D241FEDCA91A}"/>
              </a:ext>
            </a:extLst>
          </p:cNvPr>
          <p:cNvSpPr txBox="1"/>
          <p:nvPr/>
        </p:nvSpPr>
        <p:spPr>
          <a:xfrm>
            <a:off x="857251" y="1991591"/>
            <a:ext cx="6407726" cy="18873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0960" tIns="30480" rIns="60960" bIns="304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52408" indent="-152408" defTabSz="609630">
              <a:buFont typeface=""/>
              <a:buChar char="•"/>
            </a:pPr>
            <a:r>
              <a:rPr kumimoji="0" lang="en-US" sz="2133">
                <a:solidFill>
                  <a:prstClr val="black"/>
                </a:solidFill>
                <a:latin typeface="Calibri"/>
              </a:rPr>
              <a:t>app/：</a:t>
            </a:r>
            <a:r>
              <a:rPr kumimoji="0" lang="en-US" sz="2133" err="1">
                <a:solidFill>
                  <a:prstClr val="black"/>
                </a:solidFill>
                <a:latin typeface="Calibri"/>
              </a:rPr>
              <a:t>Webアプリケーション（Flask</a:t>
            </a:r>
            <a:r>
              <a:rPr kumimoji="0" lang="en-US" sz="2133">
                <a:solidFill>
                  <a:prstClr val="black"/>
                </a:solidFill>
                <a:latin typeface="Calibri"/>
              </a:rPr>
              <a:t>）</a:t>
            </a:r>
            <a:endParaRPr kumimoji="0" lang="en-US" sz="2133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marL="152408" indent="-152408" defTabSz="609630">
              <a:buFont typeface=""/>
              <a:buChar char="•"/>
            </a:pPr>
            <a:r>
              <a:rPr kumimoji="0" lang="en-US" sz="2133" err="1">
                <a:solidFill>
                  <a:prstClr val="black"/>
                </a:solidFill>
                <a:latin typeface="Calibri"/>
              </a:rPr>
              <a:t>db</a:t>
            </a:r>
            <a:r>
              <a:rPr kumimoji="0" lang="en-US" sz="2133">
                <a:solidFill>
                  <a:prstClr val="black"/>
                </a:solidFill>
                <a:latin typeface="Calibri"/>
              </a:rPr>
              <a:t>/：</a:t>
            </a:r>
            <a:r>
              <a:rPr kumimoji="0" lang="en-US" sz="2133" err="1">
                <a:solidFill>
                  <a:prstClr val="black"/>
                </a:solidFill>
                <a:latin typeface="Calibri"/>
              </a:rPr>
              <a:t>データベース初期化SQL</a:t>
            </a:r>
            <a:endParaRPr kumimoji="0" lang="en-US" sz="2133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marL="152408" indent="-152408" defTabSz="609630">
              <a:buFont typeface=""/>
              <a:buChar char="•"/>
            </a:pPr>
            <a:r>
              <a:rPr kumimoji="0" lang="en-US" sz="2133" err="1">
                <a:solidFill>
                  <a:prstClr val="black"/>
                </a:solidFill>
                <a:latin typeface="Calibri"/>
              </a:rPr>
              <a:t>compose.yml：Docker</a:t>
            </a:r>
            <a:r>
              <a:rPr kumimoji="0" lang="en-US" sz="2133">
                <a:solidFill>
                  <a:prstClr val="black"/>
                </a:solidFill>
                <a:latin typeface="Calibri"/>
              </a:rPr>
              <a:t> Compose </a:t>
            </a:r>
            <a:r>
              <a:rPr kumimoji="0" lang="en-US" sz="2133" err="1">
                <a:solidFill>
                  <a:prstClr val="black"/>
                </a:solidFill>
                <a:latin typeface="Calibri"/>
              </a:rPr>
              <a:t>設定</a:t>
            </a:r>
            <a:endParaRPr kumimoji="0" lang="en-US" sz="2133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marL="152408" indent="-152408" defTabSz="609630">
              <a:buFont typeface=""/>
              <a:buChar char="•"/>
            </a:pPr>
            <a:r>
              <a:rPr kumimoji="0" lang="en-US" sz="2133">
                <a:solidFill>
                  <a:prstClr val="black"/>
                </a:solidFill>
                <a:latin typeface="Calibri"/>
              </a:rPr>
              <a:t>.</a:t>
            </a:r>
            <a:r>
              <a:rPr kumimoji="0" lang="en-US" sz="2133" err="1">
                <a:solidFill>
                  <a:prstClr val="black"/>
                </a:solidFill>
                <a:latin typeface="Calibri"/>
              </a:rPr>
              <a:t>env：環境変数（DB接続情報など</a:t>
            </a:r>
            <a:r>
              <a:rPr kumimoji="0" lang="en-US" sz="2133">
                <a:solidFill>
                  <a:prstClr val="black"/>
                </a:solidFill>
                <a:latin typeface="Calibri"/>
              </a:rPr>
              <a:t>）</a:t>
            </a:r>
            <a:endParaRPr kumimoji="0" lang="en-US" sz="2133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marL="152408" indent="-152408" defTabSz="609630">
              <a:buFont typeface=""/>
              <a:buChar char="•"/>
            </a:pPr>
            <a:r>
              <a:rPr kumimoji="0" lang="en-US" sz="2133" err="1">
                <a:solidFill>
                  <a:prstClr val="black"/>
                </a:solidFill>
                <a:latin typeface="Calibri"/>
              </a:rPr>
              <a:t>README.md：起動手順・概要説明</a:t>
            </a:r>
            <a:endParaRPr kumimoji="0" lang="en-US" sz="2133" err="1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algn="ctr" defTabSz="609630"/>
            <a:endParaRPr kumimoji="0"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F478D6-8DF1-CB04-9FE8-0E4C8D351F06}"/>
              </a:ext>
            </a:extLst>
          </p:cNvPr>
          <p:cNvSpPr txBox="1"/>
          <p:nvPr/>
        </p:nvSpPr>
        <p:spPr>
          <a:xfrm>
            <a:off x="857250" y="4216977"/>
            <a:ext cx="6096000" cy="11081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0960" tIns="30480" rIns="60960" bIns="304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609630"/>
            <a:r>
              <a:rPr kumimoji="0" lang="en-US" sz="1867" b="1" err="1">
                <a:solidFill>
                  <a:prstClr val="black"/>
                </a:solidFill>
                <a:latin typeface="Calibri"/>
              </a:rPr>
              <a:t>ポイント</a:t>
            </a:r>
            <a:endParaRPr kumimoji="0" lang="en-US" sz="1867" b="1" err="1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marL="152408" indent="-152408" defTabSz="609630">
              <a:buFont typeface=""/>
              <a:buChar char="•"/>
            </a:pPr>
            <a:r>
              <a:rPr kumimoji="0" lang="en-US" sz="1867">
                <a:solidFill>
                  <a:prstClr val="black"/>
                </a:solidFill>
                <a:latin typeface="Calibri"/>
              </a:rPr>
              <a:t>README </a:t>
            </a:r>
            <a:r>
              <a:rPr kumimoji="0" lang="en-US" sz="1867" err="1">
                <a:solidFill>
                  <a:prstClr val="black"/>
                </a:solidFill>
                <a:latin typeface="Calibri"/>
              </a:rPr>
              <a:t>を作成し、</a:t>
            </a:r>
            <a:r>
              <a:rPr kumimoji="0" lang="en-US" sz="1867" b="1" err="1">
                <a:solidFill>
                  <a:prstClr val="black"/>
                </a:solidFill>
                <a:latin typeface="Calibri"/>
              </a:rPr>
              <a:t>実行手順を明文化</a:t>
            </a:r>
            <a:endParaRPr kumimoji="0" lang="en-US" sz="1867" b="1" err="1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marL="152408" indent="-152408" defTabSz="609630">
              <a:buFont typeface=""/>
              <a:buChar char="•"/>
            </a:pPr>
            <a:r>
              <a:rPr kumimoji="0" lang="en-US" sz="1867" err="1">
                <a:solidFill>
                  <a:prstClr val="black"/>
                </a:solidFill>
                <a:latin typeface="Calibri"/>
              </a:rPr>
              <a:t>チームメンバーが迷わず動かせるように工夫</a:t>
            </a:r>
            <a:endParaRPr kumimoji="0" lang="en-US" sz="1867" err="1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  <a:p>
            <a:pPr algn="ctr" defTabSz="609630"/>
            <a:endParaRPr kumimoji="0" lang="en-US" sz="120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71500" y="698500"/>
            <a:ext cx="11048973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kumimoji="0" lang="ja-JP" altLang="en-US" sz="120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3" name="AutoShape 3"/>
          <p:cNvSpPr/>
          <p:nvPr/>
        </p:nvSpPr>
        <p:spPr>
          <a:xfrm flipV="1">
            <a:off x="571238" y="602937"/>
            <a:ext cx="11049525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kumimoji="0" lang="ja-JP" altLang="en-US" sz="120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4" name="Freeform 4"/>
          <p:cNvSpPr/>
          <p:nvPr/>
        </p:nvSpPr>
        <p:spPr>
          <a:xfrm flipH="1">
            <a:off x="8916451" y="1336579"/>
            <a:ext cx="3568529" cy="4184843"/>
          </a:xfrm>
          <a:custGeom>
            <a:avLst/>
            <a:gdLst/>
            <a:ahLst/>
            <a:cxnLst/>
            <a:rect l="l" t="t" r="r" b="b"/>
            <a:pathLst>
              <a:path w="5352794" h="6277264">
                <a:moveTo>
                  <a:pt x="5352794" y="0"/>
                </a:moveTo>
                <a:lnTo>
                  <a:pt x="0" y="0"/>
                </a:lnTo>
                <a:lnTo>
                  <a:pt x="0" y="6277264"/>
                </a:lnTo>
                <a:lnTo>
                  <a:pt x="5352794" y="6277264"/>
                </a:lnTo>
                <a:lnTo>
                  <a:pt x="5352794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kumimoji="0" lang="ja-JP" altLang="en-US" sz="120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20585" y="4387112"/>
            <a:ext cx="9997136" cy="2141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defTabSz="609630">
              <a:lnSpc>
                <a:spcPts val="16667"/>
              </a:lnSpc>
            </a:pPr>
            <a:r>
              <a:rPr kumimoji="0" lang="en-US" sz="16667" b="1">
                <a:solidFill>
                  <a:srgbClr val="CCCCC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id="6" name="AutoShape 6"/>
          <p:cNvSpPr/>
          <p:nvPr/>
        </p:nvSpPr>
        <p:spPr>
          <a:xfrm>
            <a:off x="571500" y="6255063"/>
            <a:ext cx="11049000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kumimoji="0" lang="ja-JP" altLang="en-US" sz="120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71500" y="6159500"/>
            <a:ext cx="110490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kumimoji="0" lang="ja-JP" altLang="en-US" sz="120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382867" y="2691009"/>
            <a:ext cx="7527165" cy="649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5600"/>
              </a:lnSpc>
            </a:pPr>
            <a:r>
              <a:rPr kumimoji="0" lang="ja-JP" altLang="en-US" sz="4000" b="1" spc="200">
                <a:solidFill>
                  <a:srgbClr val="1B1B1B"/>
                </a:solidFill>
                <a:latin typeface="Noto Sans JP Heavy"/>
                <a:ea typeface="Noto Sans JP Heavy"/>
                <a:cs typeface="Noto Sans JP Heavy"/>
              </a:rPr>
              <a:t>ペルソナ分析</a:t>
            </a:r>
            <a:endParaRPr kumimoji="0" lang="en-US" sz="4000" b="1" spc="200">
              <a:solidFill>
                <a:srgbClr val="1B1B1B"/>
              </a:solidFill>
              <a:latin typeface="Noto Sans JP Heavy"/>
              <a:ea typeface="Noto Sans JP Heavy"/>
              <a:cs typeface="Noto Sans JP Heavy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1074279" y="2623097"/>
            <a:ext cx="808991" cy="897826"/>
            <a:chOff x="0" y="0"/>
            <a:chExt cx="319601" cy="35469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19601" cy="354697"/>
            </a:xfrm>
            <a:custGeom>
              <a:avLst/>
              <a:gdLst/>
              <a:ahLst/>
              <a:cxnLst/>
              <a:rect l="l" t="t" r="r" b="b"/>
              <a:pathLst>
                <a:path w="319601" h="354697">
                  <a:moveTo>
                    <a:pt x="0" y="0"/>
                  </a:moveTo>
                  <a:lnTo>
                    <a:pt x="319601" y="0"/>
                  </a:lnTo>
                  <a:lnTo>
                    <a:pt x="319601" y="354697"/>
                  </a:lnTo>
                  <a:lnTo>
                    <a:pt x="0" y="354697"/>
                  </a:lnTo>
                  <a:close/>
                </a:path>
              </a:pathLst>
            </a:custGeom>
            <a:solidFill>
              <a:srgbClr val="1B1B1B"/>
            </a:solidFill>
          </p:spPr>
          <p:txBody>
            <a:bodyPr/>
            <a:lstStyle/>
            <a:p>
              <a:pPr defTabSz="609630"/>
              <a:endParaRPr kumimoji="0" lang="ja-JP" altLang="en-US" sz="120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319601" cy="40232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2239"/>
                </a:lnSpc>
              </a:pPr>
              <a:endParaRPr kumimoji="0"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74279" y="2713235"/>
            <a:ext cx="808991" cy="539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4800"/>
              </a:lnSpc>
              <a:spcBef>
                <a:spcPct val="0"/>
              </a:spcBef>
            </a:pPr>
            <a:r>
              <a:rPr kumimoji="0" lang="en-US" sz="2666" b="1">
                <a:solidFill>
                  <a:srgbClr val="FAFAF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71500" y="1574203"/>
            <a:ext cx="110490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kumimoji="0" lang="ja-JP" altLang="en-US" sz="120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571500" y="698500"/>
            <a:ext cx="11048973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kumimoji="0" lang="ja-JP" altLang="en-US" sz="120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4" name="AutoShape 4"/>
          <p:cNvSpPr/>
          <p:nvPr/>
        </p:nvSpPr>
        <p:spPr>
          <a:xfrm flipV="1">
            <a:off x="571238" y="602937"/>
            <a:ext cx="11049525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kumimoji="0" lang="ja-JP" altLang="en-US" sz="120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71500" y="6255063"/>
            <a:ext cx="11049000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kumimoji="0" lang="ja-JP" altLang="en-US" sz="120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571500" y="6159500"/>
            <a:ext cx="110490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kumimoji="0" lang="ja-JP" altLang="en-US" sz="120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855067" y="433751"/>
            <a:ext cx="808991" cy="1146803"/>
            <a:chOff x="0" y="0"/>
            <a:chExt cx="319601" cy="45305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9601" cy="453058"/>
            </a:xfrm>
            <a:custGeom>
              <a:avLst/>
              <a:gdLst/>
              <a:ahLst/>
              <a:cxnLst/>
              <a:rect l="l" t="t" r="r" b="b"/>
              <a:pathLst>
                <a:path w="319601" h="453058">
                  <a:moveTo>
                    <a:pt x="0" y="0"/>
                  </a:moveTo>
                  <a:lnTo>
                    <a:pt x="319601" y="0"/>
                  </a:lnTo>
                  <a:lnTo>
                    <a:pt x="319601" y="453058"/>
                  </a:lnTo>
                  <a:lnTo>
                    <a:pt x="0" y="453058"/>
                  </a:lnTo>
                  <a:close/>
                </a:path>
              </a:pathLst>
            </a:custGeom>
            <a:solidFill>
              <a:srgbClr val="1B1B1B"/>
            </a:solidFill>
          </p:spPr>
          <p:txBody>
            <a:bodyPr/>
            <a:lstStyle/>
            <a:p>
              <a:pPr defTabSz="609630"/>
              <a:endParaRPr kumimoji="0" lang="ja-JP" altLang="en-US" sz="120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319601" cy="50068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2239"/>
                </a:lnSpc>
              </a:pPr>
              <a:endParaRPr kumimoji="0"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966229" y="914102"/>
            <a:ext cx="9539971" cy="382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3267"/>
              </a:lnSpc>
            </a:pPr>
            <a:r>
              <a:rPr kumimoji="0" lang="en-US" sz="2333" b="1" spc="117">
                <a:solidFill>
                  <a:srgbClr val="1B1B1B"/>
                </a:solidFill>
                <a:latin typeface="Noto Sans JP Heavy"/>
                <a:ea typeface="Noto Sans JP Heavy"/>
                <a:cs typeface="Noto Sans JP Heavy"/>
                <a:sym typeface="Noto Sans JP Heavy"/>
              </a:rPr>
              <a:t>ペルソナ分析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74636" y="818852"/>
            <a:ext cx="569853" cy="472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4200"/>
              </a:lnSpc>
              <a:spcBef>
                <a:spcPct val="0"/>
              </a:spcBef>
            </a:pPr>
            <a:r>
              <a:rPr kumimoji="0" lang="en-US" sz="2333" b="1">
                <a:solidFill>
                  <a:srgbClr val="FAFAF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856472" y="5705177"/>
            <a:ext cx="5454045" cy="203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algn="r" defTabSz="609630">
              <a:lnSpc>
                <a:spcPts val="1800"/>
              </a:lnSpc>
              <a:spcBef>
                <a:spcPct val="0"/>
              </a:spcBef>
            </a:pPr>
            <a:r>
              <a:rPr kumimoji="0" lang="en-US" sz="1000" spc="50">
                <a:solidFill>
                  <a:srgbClr val="737373"/>
                </a:solidFill>
                <a:latin typeface="Noto Sans JP"/>
                <a:ea typeface="Noto Sans JP"/>
                <a:cs typeface="Noto Sans JP"/>
                <a:sym typeface="Noto Sans JP"/>
              </a:rPr>
              <a:t>（2030年12月時点のデータ）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F58DC84-1A9D-90AF-ADE1-CDFCB9D44819}"/>
              </a:ext>
            </a:extLst>
          </p:cNvPr>
          <p:cNvSpPr txBox="1"/>
          <p:nvPr/>
        </p:nvSpPr>
        <p:spPr>
          <a:xfrm>
            <a:off x="974635" y="2188272"/>
            <a:ext cx="10101492" cy="3857338"/>
          </a:xfrm>
          <a:prstGeom prst="rect">
            <a:avLst/>
          </a:prstGeom>
          <a:noFill/>
        </p:spPr>
        <p:txBody>
          <a:bodyPr wrap="square" lIns="60960" tIns="30480" rIns="60960" bIns="30480" rtlCol="0" anchor="t">
            <a:spAutoFit/>
          </a:bodyPr>
          <a:lstStyle/>
          <a:p>
            <a:pPr defTabSz="609630"/>
            <a:r>
              <a:rPr kumimoji="0" lang="ja-JP" altLang="en-US" sz="2133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田中花子　　大学</a:t>
            </a:r>
            <a:r>
              <a:rPr kumimoji="0" lang="en-US" altLang="ja-JP" sz="2133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2</a:t>
            </a:r>
            <a:r>
              <a:rPr kumimoji="0" lang="ja-JP" altLang="en-US" sz="2133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年生</a:t>
            </a:r>
          </a:p>
          <a:p>
            <a:pPr defTabSz="609630"/>
            <a:endParaRPr kumimoji="0" lang="ja-JP" altLang="en-US" sz="2133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  <a:p>
            <a:pPr defTabSz="609630"/>
            <a:r>
              <a:rPr kumimoji="0" lang="ja-JP" altLang="en-US" sz="2400" b="1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・概要</a:t>
            </a:r>
          </a:p>
          <a:p>
            <a:pPr defTabSz="609630"/>
            <a:r>
              <a:rPr kumimoji="0" lang="ja-JP" altLang="en-US" sz="240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サークル活動とバイト、大学の両立に苦悩している。</a:t>
            </a:r>
          </a:p>
          <a:p>
            <a:pPr defTabSz="609630"/>
            <a:r>
              <a:rPr kumimoji="0" lang="ja-JP" altLang="en-US" sz="240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提出物を管理するアプリを使いたいと思っている。</a:t>
            </a:r>
          </a:p>
          <a:p>
            <a:pPr defTabSz="609630"/>
            <a:endParaRPr kumimoji="0" lang="ja-JP" altLang="en-US" sz="2400" b="1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  <a:p>
            <a:pPr defTabSz="609630"/>
            <a:r>
              <a:rPr kumimoji="0" lang="ja-JP" altLang="en-US" sz="2400" b="1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・要件定義</a:t>
            </a:r>
          </a:p>
          <a:p>
            <a:pPr defTabSz="609630"/>
            <a:r>
              <a:rPr kumimoji="0" lang="ja-JP" altLang="en-US" sz="2400">
                <a:solidFill>
                  <a:prstClr val="black"/>
                </a:solidFill>
                <a:latin typeface="Calibri"/>
                <a:ea typeface="ＭＳ Ｐゴシック"/>
                <a:cs typeface="Calibri"/>
              </a:rPr>
              <a:t>タスクの期間を設定し、優先度を決められて、詳細のコメントを書けるようできると良い。未着手、進行中、完了、保留に分け、提出物の進捗状況がわかると嬉しい。</a:t>
            </a:r>
          </a:p>
          <a:p>
            <a:pPr defTabSz="609630"/>
            <a:endParaRPr kumimoji="0" lang="ja-JP" altLang="en-US" sz="120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71500" y="698500"/>
            <a:ext cx="11048973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kumimoji="0" lang="ja-JP" altLang="en-US" sz="120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3" name="AutoShape 3"/>
          <p:cNvSpPr/>
          <p:nvPr/>
        </p:nvSpPr>
        <p:spPr>
          <a:xfrm flipV="1">
            <a:off x="571238" y="602937"/>
            <a:ext cx="11049525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kumimoji="0" lang="ja-JP" altLang="en-US" sz="120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4" name="Freeform 4"/>
          <p:cNvSpPr/>
          <p:nvPr/>
        </p:nvSpPr>
        <p:spPr>
          <a:xfrm flipH="1">
            <a:off x="8916451" y="1336579"/>
            <a:ext cx="3568529" cy="4184843"/>
          </a:xfrm>
          <a:custGeom>
            <a:avLst/>
            <a:gdLst/>
            <a:ahLst/>
            <a:cxnLst/>
            <a:rect l="l" t="t" r="r" b="b"/>
            <a:pathLst>
              <a:path w="5352794" h="6277264">
                <a:moveTo>
                  <a:pt x="5352794" y="0"/>
                </a:moveTo>
                <a:lnTo>
                  <a:pt x="0" y="0"/>
                </a:lnTo>
                <a:lnTo>
                  <a:pt x="0" y="6277264"/>
                </a:lnTo>
                <a:lnTo>
                  <a:pt x="5352794" y="6277264"/>
                </a:lnTo>
                <a:lnTo>
                  <a:pt x="5352794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kumimoji="0" lang="ja-JP" altLang="en-US" sz="120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20585" y="4387112"/>
            <a:ext cx="9997136" cy="2141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defTabSz="609630">
              <a:lnSpc>
                <a:spcPts val="16667"/>
              </a:lnSpc>
            </a:pPr>
            <a:r>
              <a:rPr kumimoji="0" lang="en-US" sz="16667" b="1">
                <a:solidFill>
                  <a:srgbClr val="CCCCC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</a:t>
            </a:r>
          </a:p>
        </p:txBody>
      </p:sp>
      <p:sp>
        <p:nvSpPr>
          <p:cNvPr id="6" name="AutoShape 6"/>
          <p:cNvSpPr/>
          <p:nvPr/>
        </p:nvSpPr>
        <p:spPr>
          <a:xfrm>
            <a:off x="571500" y="6255063"/>
            <a:ext cx="11049000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kumimoji="0" lang="ja-JP" altLang="en-US" sz="120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71500" y="6159500"/>
            <a:ext cx="110490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kumimoji="0" lang="ja-JP" altLang="en-US" sz="120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382867" y="2691009"/>
            <a:ext cx="7527165" cy="649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5600"/>
              </a:lnSpc>
            </a:pPr>
            <a:r>
              <a:rPr kumimoji="0" lang="ja-JP" altLang="en-US" sz="4000" b="1" spc="200">
                <a:solidFill>
                  <a:srgbClr val="1B1B1B"/>
                </a:solidFill>
                <a:latin typeface="Noto Sans JP Heavy"/>
                <a:ea typeface="Noto Sans JP Heavy"/>
                <a:cs typeface="Noto Sans JP Heavy"/>
              </a:rPr>
              <a:t>システム構成図</a:t>
            </a:r>
            <a:endParaRPr kumimoji="0" lang="en-US" sz="4000" b="1" spc="200">
              <a:solidFill>
                <a:srgbClr val="1B1B1B"/>
              </a:solidFill>
              <a:latin typeface="Noto Sans JP Heavy"/>
              <a:ea typeface="Noto Sans JP Heavy"/>
              <a:cs typeface="Noto Sans JP Heavy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1074279" y="2623097"/>
            <a:ext cx="808991" cy="897826"/>
            <a:chOff x="0" y="0"/>
            <a:chExt cx="319601" cy="35469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19601" cy="354697"/>
            </a:xfrm>
            <a:custGeom>
              <a:avLst/>
              <a:gdLst/>
              <a:ahLst/>
              <a:cxnLst/>
              <a:rect l="l" t="t" r="r" b="b"/>
              <a:pathLst>
                <a:path w="319601" h="354697">
                  <a:moveTo>
                    <a:pt x="0" y="0"/>
                  </a:moveTo>
                  <a:lnTo>
                    <a:pt x="319601" y="0"/>
                  </a:lnTo>
                  <a:lnTo>
                    <a:pt x="319601" y="354697"/>
                  </a:lnTo>
                  <a:lnTo>
                    <a:pt x="0" y="354697"/>
                  </a:lnTo>
                  <a:close/>
                </a:path>
              </a:pathLst>
            </a:custGeom>
            <a:solidFill>
              <a:srgbClr val="1B1B1B"/>
            </a:solidFill>
          </p:spPr>
          <p:txBody>
            <a:bodyPr/>
            <a:lstStyle/>
            <a:p>
              <a:pPr defTabSz="609630"/>
              <a:endParaRPr kumimoji="0" lang="ja-JP" altLang="en-US" sz="120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319601" cy="40232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2239"/>
                </a:lnSpc>
              </a:pPr>
              <a:endParaRPr kumimoji="0"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74279" y="2713235"/>
            <a:ext cx="808991" cy="539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4800"/>
              </a:lnSpc>
              <a:spcBef>
                <a:spcPct val="0"/>
              </a:spcBef>
            </a:pPr>
            <a:r>
              <a:rPr kumimoji="0" lang="en-US" sz="2666" b="1">
                <a:solidFill>
                  <a:srgbClr val="FAFAF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71500" y="1574203"/>
            <a:ext cx="110490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kumimoji="0" lang="ja-JP" altLang="en-US" sz="120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571500" y="698500"/>
            <a:ext cx="11048973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kumimoji="0" lang="ja-JP" altLang="en-US" sz="120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4" name="AutoShape 4"/>
          <p:cNvSpPr/>
          <p:nvPr/>
        </p:nvSpPr>
        <p:spPr>
          <a:xfrm flipV="1">
            <a:off x="571238" y="602937"/>
            <a:ext cx="11049525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kumimoji="0" lang="ja-JP" altLang="en-US" sz="120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71500" y="6255063"/>
            <a:ext cx="11049000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kumimoji="0" lang="ja-JP" altLang="en-US" sz="120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571500" y="6159500"/>
            <a:ext cx="110490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kumimoji="0" lang="ja-JP" altLang="en-US" sz="120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855067" y="433751"/>
            <a:ext cx="808991" cy="1146803"/>
            <a:chOff x="0" y="0"/>
            <a:chExt cx="319601" cy="45305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9601" cy="453058"/>
            </a:xfrm>
            <a:custGeom>
              <a:avLst/>
              <a:gdLst/>
              <a:ahLst/>
              <a:cxnLst/>
              <a:rect l="l" t="t" r="r" b="b"/>
              <a:pathLst>
                <a:path w="319601" h="453058">
                  <a:moveTo>
                    <a:pt x="0" y="0"/>
                  </a:moveTo>
                  <a:lnTo>
                    <a:pt x="319601" y="0"/>
                  </a:lnTo>
                  <a:lnTo>
                    <a:pt x="319601" y="453058"/>
                  </a:lnTo>
                  <a:lnTo>
                    <a:pt x="0" y="453058"/>
                  </a:lnTo>
                  <a:close/>
                </a:path>
              </a:pathLst>
            </a:custGeom>
            <a:solidFill>
              <a:srgbClr val="1B1B1B"/>
            </a:solidFill>
          </p:spPr>
          <p:txBody>
            <a:bodyPr/>
            <a:lstStyle/>
            <a:p>
              <a:pPr defTabSz="609630"/>
              <a:endParaRPr kumimoji="0" lang="ja-JP" altLang="en-US" sz="120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319601" cy="50068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2239"/>
                </a:lnSpc>
              </a:pPr>
              <a:endParaRPr kumimoji="0"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966229" y="914102"/>
            <a:ext cx="9539971" cy="382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3267"/>
              </a:lnSpc>
            </a:pPr>
            <a:r>
              <a:rPr kumimoji="0" lang="ja-JP" altLang="en-US" sz="2333" b="1" spc="117">
                <a:solidFill>
                  <a:srgbClr val="1B1B1B"/>
                </a:solidFill>
                <a:latin typeface="Noto Sans JP Heavy"/>
                <a:ea typeface="Noto Sans JP Heavy"/>
                <a:cs typeface="Noto Sans JP Heavy"/>
              </a:rPr>
              <a:t>システム構成図</a:t>
            </a:r>
            <a:endParaRPr kumimoji="0" lang="en-US" sz="2333" b="1" spc="117">
              <a:solidFill>
                <a:srgbClr val="1B1B1B"/>
              </a:solidFill>
              <a:latin typeface="Noto Sans JP Heavy"/>
              <a:ea typeface="Noto Sans JP Heavy"/>
              <a:cs typeface="Noto Sans JP Heavy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74636" y="818852"/>
            <a:ext cx="569853" cy="472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4200"/>
              </a:lnSpc>
              <a:spcBef>
                <a:spcPct val="0"/>
              </a:spcBef>
            </a:pPr>
            <a:r>
              <a:rPr kumimoji="0" lang="en-US" sz="2333" b="1">
                <a:solidFill>
                  <a:srgbClr val="FAFAF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D47624F-027E-0A02-8AF5-3A9F16F7B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01" y="1857375"/>
            <a:ext cx="7346949" cy="4064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71500" y="698500"/>
            <a:ext cx="11048973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kumimoji="0" lang="ja-JP" altLang="en-US" sz="120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3" name="AutoShape 3"/>
          <p:cNvSpPr/>
          <p:nvPr/>
        </p:nvSpPr>
        <p:spPr>
          <a:xfrm flipV="1">
            <a:off x="571238" y="602937"/>
            <a:ext cx="11049525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kumimoji="0" lang="ja-JP" altLang="en-US" sz="120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4" name="Freeform 4"/>
          <p:cNvSpPr/>
          <p:nvPr/>
        </p:nvSpPr>
        <p:spPr>
          <a:xfrm flipH="1">
            <a:off x="8916451" y="1336579"/>
            <a:ext cx="3568529" cy="4184843"/>
          </a:xfrm>
          <a:custGeom>
            <a:avLst/>
            <a:gdLst/>
            <a:ahLst/>
            <a:cxnLst/>
            <a:rect l="l" t="t" r="r" b="b"/>
            <a:pathLst>
              <a:path w="5352794" h="6277264">
                <a:moveTo>
                  <a:pt x="5352794" y="0"/>
                </a:moveTo>
                <a:lnTo>
                  <a:pt x="0" y="0"/>
                </a:lnTo>
                <a:lnTo>
                  <a:pt x="0" y="6277264"/>
                </a:lnTo>
                <a:lnTo>
                  <a:pt x="5352794" y="6277264"/>
                </a:lnTo>
                <a:lnTo>
                  <a:pt x="5352794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kumimoji="0" lang="ja-JP" altLang="en-US" sz="120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20585" y="4387112"/>
            <a:ext cx="9997136" cy="2141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defTabSz="609630">
              <a:lnSpc>
                <a:spcPts val="16667"/>
              </a:lnSpc>
            </a:pPr>
            <a:r>
              <a:rPr kumimoji="0" lang="en-US" sz="16667" b="1">
                <a:solidFill>
                  <a:srgbClr val="CCCCC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05</a:t>
            </a:r>
          </a:p>
        </p:txBody>
      </p:sp>
      <p:sp>
        <p:nvSpPr>
          <p:cNvPr id="6" name="AutoShape 6"/>
          <p:cNvSpPr/>
          <p:nvPr/>
        </p:nvSpPr>
        <p:spPr>
          <a:xfrm>
            <a:off x="571500" y="6255063"/>
            <a:ext cx="11049000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kumimoji="0" lang="ja-JP" altLang="en-US" sz="120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71500" y="6159500"/>
            <a:ext cx="110490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kumimoji="0" lang="ja-JP" altLang="en-US" sz="120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382867" y="2691009"/>
            <a:ext cx="7527165" cy="649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5600"/>
              </a:lnSpc>
            </a:pPr>
            <a:r>
              <a:rPr kumimoji="0" lang="en-US" sz="4000" b="1" spc="200">
                <a:solidFill>
                  <a:srgbClr val="1B1B1B"/>
                </a:solidFill>
                <a:latin typeface="Noto Sans JP Heavy"/>
                <a:ea typeface="Noto Sans JP Heavy"/>
                <a:cs typeface="Noto Sans JP Heavy"/>
              </a:rPr>
              <a:t>ER</a:t>
            </a:r>
            <a:r>
              <a:rPr kumimoji="0" lang="ja-JP" altLang="en-US" sz="4000" b="1" spc="200">
                <a:solidFill>
                  <a:srgbClr val="1B1B1B"/>
                </a:solidFill>
                <a:latin typeface="Noto Sans JP Heavy"/>
                <a:ea typeface="Noto Sans JP Heavy"/>
                <a:cs typeface="Noto Sans JP Heavy"/>
              </a:rPr>
              <a:t>図</a:t>
            </a:r>
            <a:endParaRPr kumimoji="0" lang="en-US" sz="4000" b="1" spc="200">
              <a:solidFill>
                <a:srgbClr val="1B1B1B"/>
              </a:solidFill>
              <a:latin typeface="Noto Sans JP Heavy"/>
              <a:ea typeface="Noto Sans JP Heavy"/>
              <a:cs typeface="Noto Sans JP Heavy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382867" y="3607657"/>
            <a:ext cx="4621228" cy="579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defTabSz="609630">
              <a:lnSpc>
                <a:spcPts val="2400"/>
              </a:lnSpc>
              <a:spcBef>
                <a:spcPct val="0"/>
              </a:spcBef>
            </a:pPr>
            <a:r>
              <a:rPr kumimoji="0" lang="en-US" sz="1333" spc="67">
                <a:solidFill>
                  <a:srgbClr val="1B1B1B"/>
                </a:solidFill>
                <a:latin typeface="Noto Sans JP"/>
                <a:ea typeface="Noto Sans JP"/>
                <a:cs typeface="Noto Sans JP"/>
                <a:sym typeface="Noto Sans JP"/>
              </a:rPr>
              <a:t>次年度の目標や、今後の計画などについてご説明させていただきます。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74279" y="2623097"/>
            <a:ext cx="808991" cy="897826"/>
            <a:chOff x="0" y="0"/>
            <a:chExt cx="319601" cy="35469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19601" cy="354697"/>
            </a:xfrm>
            <a:custGeom>
              <a:avLst/>
              <a:gdLst/>
              <a:ahLst/>
              <a:cxnLst/>
              <a:rect l="l" t="t" r="r" b="b"/>
              <a:pathLst>
                <a:path w="319601" h="354697">
                  <a:moveTo>
                    <a:pt x="0" y="0"/>
                  </a:moveTo>
                  <a:lnTo>
                    <a:pt x="319601" y="0"/>
                  </a:lnTo>
                  <a:lnTo>
                    <a:pt x="319601" y="354697"/>
                  </a:lnTo>
                  <a:lnTo>
                    <a:pt x="0" y="354697"/>
                  </a:lnTo>
                  <a:close/>
                </a:path>
              </a:pathLst>
            </a:custGeom>
            <a:solidFill>
              <a:srgbClr val="1B1B1B"/>
            </a:solidFill>
          </p:spPr>
          <p:txBody>
            <a:bodyPr/>
            <a:lstStyle/>
            <a:p>
              <a:pPr defTabSz="609630"/>
              <a:endParaRPr kumimoji="0" lang="ja-JP" altLang="en-US" sz="120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319601" cy="40232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2239"/>
                </a:lnSpc>
              </a:pPr>
              <a:endParaRPr kumimoji="0"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74279" y="2713235"/>
            <a:ext cx="808991" cy="539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4800"/>
              </a:lnSpc>
              <a:spcBef>
                <a:spcPct val="0"/>
              </a:spcBef>
            </a:pPr>
            <a:r>
              <a:rPr kumimoji="0" lang="en-US" sz="2666" b="1">
                <a:solidFill>
                  <a:srgbClr val="FAFAF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71500" y="1574203"/>
            <a:ext cx="110490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kumimoji="0" lang="ja-JP" altLang="en-US" sz="120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571500" y="698500"/>
            <a:ext cx="11048973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kumimoji="0" lang="ja-JP" altLang="en-US" sz="120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4" name="AutoShape 4"/>
          <p:cNvSpPr/>
          <p:nvPr/>
        </p:nvSpPr>
        <p:spPr>
          <a:xfrm flipV="1">
            <a:off x="571238" y="602937"/>
            <a:ext cx="11049525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kumimoji="0" lang="ja-JP" altLang="en-US" sz="120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855067" y="433751"/>
            <a:ext cx="808991" cy="1146803"/>
            <a:chOff x="0" y="0"/>
            <a:chExt cx="319601" cy="45305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9601" cy="453058"/>
            </a:xfrm>
            <a:custGeom>
              <a:avLst/>
              <a:gdLst/>
              <a:ahLst/>
              <a:cxnLst/>
              <a:rect l="l" t="t" r="r" b="b"/>
              <a:pathLst>
                <a:path w="319601" h="453058">
                  <a:moveTo>
                    <a:pt x="0" y="0"/>
                  </a:moveTo>
                  <a:lnTo>
                    <a:pt x="319601" y="0"/>
                  </a:lnTo>
                  <a:lnTo>
                    <a:pt x="319601" y="453058"/>
                  </a:lnTo>
                  <a:lnTo>
                    <a:pt x="0" y="453058"/>
                  </a:lnTo>
                  <a:close/>
                </a:path>
              </a:pathLst>
            </a:custGeom>
            <a:solidFill>
              <a:srgbClr val="1B1B1B"/>
            </a:solidFill>
          </p:spPr>
          <p:txBody>
            <a:bodyPr/>
            <a:lstStyle/>
            <a:p>
              <a:pPr defTabSz="609630"/>
              <a:endParaRPr kumimoji="0" lang="ja-JP" altLang="en-US" sz="120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319601" cy="50068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2239"/>
                </a:lnSpc>
              </a:pPr>
              <a:endParaRPr kumimoji="0"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966229" y="914102"/>
            <a:ext cx="9539971" cy="382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3267"/>
              </a:lnSpc>
            </a:pPr>
            <a:r>
              <a:rPr kumimoji="0" lang="en-US" sz="2333" b="1" spc="117">
                <a:solidFill>
                  <a:srgbClr val="1B1B1B"/>
                </a:solidFill>
                <a:latin typeface="Noto Sans JP Heavy"/>
                <a:ea typeface="Noto Sans JP Heavy"/>
                <a:cs typeface="Noto Sans JP Heavy"/>
              </a:rPr>
              <a:t>ER</a:t>
            </a:r>
            <a:r>
              <a:rPr kumimoji="0" lang="ja-JP" altLang="en-US" sz="2333" b="1" spc="117">
                <a:solidFill>
                  <a:srgbClr val="1B1B1B"/>
                </a:solidFill>
                <a:latin typeface="Noto Sans JP Heavy"/>
                <a:ea typeface="Noto Sans JP Heavy"/>
                <a:cs typeface="Noto Sans JP Heavy"/>
              </a:rPr>
              <a:t>図</a:t>
            </a:r>
            <a:endParaRPr kumimoji="0" lang="en-US" sz="2333" b="1" spc="117">
              <a:solidFill>
                <a:srgbClr val="1B1B1B"/>
              </a:solidFill>
              <a:latin typeface="Noto Sans JP Heavy"/>
              <a:ea typeface="Noto Sans JP Heavy"/>
              <a:cs typeface="Noto Sans JP Heavy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974636" y="818852"/>
            <a:ext cx="569853" cy="472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4200"/>
              </a:lnSpc>
              <a:spcBef>
                <a:spcPct val="0"/>
              </a:spcBef>
            </a:pPr>
            <a:r>
              <a:rPr kumimoji="0" lang="en-US" sz="2333" b="1">
                <a:solidFill>
                  <a:srgbClr val="FAFAF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05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1FF18FB-812E-64EC-8261-4959EA0A9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888" y="1900238"/>
            <a:ext cx="3308350" cy="454183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71500" y="698500"/>
            <a:ext cx="11048973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kumimoji="0" lang="ja-JP" altLang="en-US" sz="120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3" name="AutoShape 3"/>
          <p:cNvSpPr/>
          <p:nvPr/>
        </p:nvSpPr>
        <p:spPr>
          <a:xfrm flipV="1">
            <a:off x="571238" y="602937"/>
            <a:ext cx="11049525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kumimoji="0" lang="ja-JP" altLang="en-US" sz="120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571500" y="6255063"/>
            <a:ext cx="11049000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kumimoji="0" lang="ja-JP" altLang="en-US" sz="120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71500" y="6159500"/>
            <a:ext cx="110490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kumimoji="0" lang="ja-JP" altLang="en-US" sz="120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6" name="Freeform 6"/>
          <p:cNvSpPr/>
          <p:nvPr/>
        </p:nvSpPr>
        <p:spPr>
          <a:xfrm flipH="1">
            <a:off x="8916451" y="1336579"/>
            <a:ext cx="3568529" cy="4184843"/>
          </a:xfrm>
          <a:custGeom>
            <a:avLst/>
            <a:gdLst/>
            <a:ahLst/>
            <a:cxnLst/>
            <a:rect l="l" t="t" r="r" b="b"/>
            <a:pathLst>
              <a:path w="5352794" h="6277264">
                <a:moveTo>
                  <a:pt x="5352794" y="0"/>
                </a:moveTo>
                <a:lnTo>
                  <a:pt x="0" y="0"/>
                </a:lnTo>
                <a:lnTo>
                  <a:pt x="0" y="6277264"/>
                </a:lnTo>
                <a:lnTo>
                  <a:pt x="5352794" y="6277264"/>
                </a:lnTo>
                <a:lnTo>
                  <a:pt x="5352794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kumimoji="0" lang="ja-JP" altLang="en-US" sz="120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651000" y="2858230"/>
            <a:ext cx="8890000" cy="649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5600"/>
              </a:lnSpc>
            </a:pPr>
            <a:r>
              <a:rPr kumimoji="0" lang="en-US" sz="4000" b="1" spc="200">
                <a:solidFill>
                  <a:srgbClr val="1B1B1B"/>
                </a:solidFill>
                <a:latin typeface="Noto Sans JP Heavy"/>
                <a:ea typeface="Noto Sans JP Heavy"/>
                <a:cs typeface="Noto Sans JP Heavy"/>
                <a:sym typeface="Noto Sans JP Heavy"/>
              </a:rPr>
              <a:t>ありがとうございました!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51000" y="2429073"/>
            <a:ext cx="8890000" cy="304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2613"/>
              </a:lnSpc>
            </a:pPr>
            <a:r>
              <a:rPr kumimoji="0" lang="en-US" sz="1866" b="1" spc="93">
                <a:solidFill>
                  <a:srgbClr val="1B1B1B"/>
                </a:solidFill>
                <a:latin typeface="Open Sans Ultra-Bold"/>
                <a:ea typeface="Open Sans Ultra-Bold"/>
                <a:cs typeface="Open Sans Ultra-Bold"/>
                <a:sym typeface="Open Sans Ultra-Bold"/>
              </a:rPr>
              <a:t>THANK YOU!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51000" y="3863779"/>
            <a:ext cx="8890000" cy="579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2400"/>
              </a:lnSpc>
            </a:pPr>
            <a:r>
              <a:rPr kumimoji="0" lang="en-US" sz="1333" b="1" spc="67">
                <a:solidFill>
                  <a:srgbClr val="1B1B1B"/>
                </a:solidFill>
                <a:latin typeface="Noto Sans JP Medium"/>
                <a:ea typeface="Noto Sans JP Medium"/>
                <a:cs typeface="Noto Sans JP Medium"/>
                <a:sym typeface="Noto Sans JP Medium"/>
              </a:rPr>
              <a:t>ご質問やご相談などありましたら、</a:t>
            </a:r>
          </a:p>
          <a:p>
            <a:pPr algn="ctr" defTabSz="609630">
              <a:lnSpc>
                <a:spcPts val="2400"/>
              </a:lnSpc>
            </a:pPr>
            <a:r>
              <a:rPr kumimoji="0" lang="en-US" sz="1333" b="1" spc="67">
                <a:solidFill>
                  <a:srgbClr val="1B1B1B"/>
                </a:solidFill>
                <a:latin typeface="Noto Sans JP Medium"/>
                <a:ea typeface="Noto Sans JP Medium"/>
                <a:cs typeface="Noto Sans JP Medium"/>
                <a:sym typeface="Noto Sans JP Medium"/>
              </a:rPr>
              <a:t>お気軽にお問い合わせください!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3097</TotalTime>
  <Words>308</Words>
  <Application>Microsoft Office PowerPoint</Application>
  <PresentationFormat>ワイド画面</PresentationFormat>
  <Paragraphs>79</Paragraphs>
  <Slides>13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11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13</vt:i4>
      </vt:variant>
    </vt:vector>
  </HeadingPairs>
  <TitlesOfParts>
    <vt:vector size="26" baseType="lpstr">
      <vt:lpstr>Meiryo UI</vt:lpstr>
      <vt:lpstr>Noto Sans JP</vt:lpstr>
      <vt:lpstr>Noto Sans JP Bold</vt:lpstr>
      <vt:lpstr>Noto Sans JP Heavy</vt:lpstr>
      <vt:lpstr>Noto Sans JP Medium</vt:lpstr>
      <vt:lpstr>Open Sans Bold</vt:lpstr>
      <vt:lpstr>Open Sans Ultra-Bold</vt:lpstr>
      <vt:lpstr>游ゴシック</vt:lpstr>
      <vt:lpstr>游ゴシック Light</vt:lpstr>
      <vt:lpstr>Arial</vt:lpstr>
      <vt:lpstr>Calibri</vt:lpstr>
      <vt:lpstr>Office テーマ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g2442023</dc:creator>
  <cp:lastModifiedBy>g2442023</cp:lastModifiedBy>
  <cp:revision>1</cp:revision>
  <dcterms:created xsi:type="dcterms:W3CDTF">2026-01-16T13:06:42Z</dcterms:created>
  <dcterms:modified xsi:type="dcterms:W3CDTF">2026-01-19T14:12:14Z</dcterms:modified>
</cp:coreProperties>
</file>